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86" r:id="rId2"/>
    <p:sldId id="288" r:id="rId3"/>
    <p:sldId id="294" r:id="rId4"/>
    <p:sldId id="293" r:id="rId5"/>
    <p:sldId id="295" r:id="rId6"/>
    <p:sldId id="296" r:id="rId7"/>
    <p:sldId id="297" r:id="rId8"/>
    <p:sldId id="298" r:id="rId9"/>
    <p:sldId id="299" r:id="rId10"/>
    <p:sldId id="300" r:id="rId11"/>
    <p:sldId id="349" r:id="rId12"/>
    <p:sldId id="350" r:id="rId13"/>
    <p:sldId id="301" r:id="rId14"/>
    <p:sldId id="302" r:id="rId15"/>
    <p:sldId id="303" r:id="rId16"/>
    <p:sldId id="304" r:id="rId17"/>
    <p:sldId id="305" r:id="rId18"/>
    <p:sldId id="306" r:id="rId19"/>
    <p:sldId id="307" r:id="rId20"/>
    <p:sldId id="308" r:id="rId21"/>
    <p:sldId id="309" r:id="rId22"/>
    <p:sldId id="310" r:id="rId23"/>
    <p:sldId id="311" r:id="rId24"/>
    <p:sldId id="312" r:id="rId25"/>
    <p:sldId id="313" r:id="rId26"/>
    <p:sldId id="314" r:id="rId27"/>
    <p:sldId id="315" r:id="rId28"/>
    <p:sldId id="316" r:id="rId29"/>
    <p:sldId id="317" r:id="rId30"/>
    <p:sldId id="347" r:id="rId31"/>
    <p:sldId id="327" r:id="rId32"/>
    <p:sldId id="318" r:id="rId33"/>
    <p:sldId id="319" r:id="rId34"/>
    <p:sldId id="320" r:id="rId35"/>
    <p:sldId id="321" r:id="rId36"/>
    <p:sldId id="322" r:id="rId37"/>
    <p:sldId id="323" r:id="rId38"/>
    <p:sldId id="324" r:id="rId39"/>
    <p:sldId id="325" r:id="rId40"/>
    <p:sldId id="326" r:id="rId41"/>
    <p:sldId id="328" r:id="rId42"/>
    <p:sldId id="329" r:id="rId43"/>
    <p:sldId id="330" r:id="rId44"/>
    <p:sldId id="331" r:id="rId45"/>
    <p:sldId id="332" r:id="rId46"/>
    <p:sldId id="333" r:id="rId47"/>
    <p:sldId id="334" r:id="rId48"/>
    <p:sldId id="336" r:id="rId49"/>
    <p:sldId id="337" r:id="rId50"/>
    <p:sldId id="338" r:id="rId51"/>
    <p:sldId id="335" r:id="rId52"/>
    <p:sldId id="339" r:id="rId53"/>
    <p:sldId id="340" r:id="rId54"/>
    <p:sldId id="348" r:id="rId55"/>
    <p:sldId id="341" r:id="rId56"/>
    <p:sldId id="346" r:id="rId57"/>
    <p:sldId id="342" r:id="rId58"/>
    <p:sldId id="343" r:id="rId59"/>
    <p:sldId id="344" r:id="rId60"/>
    <p:sldId id="345" r:id="rId61"/>
    <p:sldId id="292" r:id="rId6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2874"/>
    <a:srgbClr val="7BC1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74" autoAdjust="0"/>
    <p:restoredTop sz="84462"/>
  </p:normalViewPr>
  <p:slideViewPr>
    <p:cSldViewPr>
      <p:cViewPr varScale="1">
        <p:scale>
          <a:sx n="80" d="100"/>
          <a:sy n="80" d="100"/>
        </p:scale>
        <p:origin x="1776" y="480"/>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ônio Mauro Rezende" userId="6f33afd5-de08-4447-b79d-f45f1a4ab288" providerId="ADAL" clId="{E56C9A6E-AA66-4641-8935-5040D5E38365}"/>
    <pc:docChg chg="undo custSel addSld delSld modSld sldOrd">
      <pc:chgData name="Antônio Mauro Rezende" userId="6f33afd5-de08-4447-b79d-f45f1a4ab288" providerId="ADAL" clId="{E56C9A6E-AA66-4641-8935-5040D5E38365}" dt="2026-08-24T12:24:12.405" v="5124" actId="22"/>
      <pc:docMkLst>
        <pc:docMk/>
      </pc:docMkLst>
      <pc:sldChg chg="modSp mod">
        <pc:chgData name="Antônio Mauro Rezende" userId="6f33afd5-de08-4447-b79d-f45f1a4ab288" providerId="ADAL" clId="{E56C9A6E-AA66-4641-8935-5040D5E38365}" dt="2026-08-04T11:05:15.836" v="31" actId="20577"/>
        <pc:sldMkLst>
          <pc:docMk/>
          <pc:sldMk cId="2289915800" sldId="286"/>
        </pc:sldMkLst>
        <pc:spChg chg="mod">
          <ac:chgData name="Antônio Mauro Rezende" userId="6f33afd5-de08-4447-b79d-f45f1a4ab288" providerId="ADAL" clId="{E56C9A6E-AA66-4641-8935-5040D5E38365}" dt="2026-08-04T11:05:15.836" v="31" actId="20577"/>
          <ac:spMkLst>
            <pc:docMk/>
            <pc:sldMk cId="2289915800" sldId="286"/>
            <ac:spMk id="2" creationId="{304AFBFF-E0BF-6476-D01C-E3695E7F5BB4}"/>
          </ac:spMkLst>
        </pc:spChg>
      </pc:sldChg>
      <pc:sldChg chg="addSp delSp modSp add mod ord">
        <pc:chgData name="Antônio Mauro Rezende" userId="6f33afd5-de08-4447-b79d-f45f1a4ab288" providerId="ADAL" clId="{E56C9A6E-AA66-4641-8935-5040D5E38365}" dt="2026-08-04T11:19:20.616" v="347" actId="1076"/>
        <pc:sldMkLst>
          <pc:docMk/>
          <pc:sldMk cId="1816321800" sldId="293"/>
        </pc:sldMkLst>
        <pc:spChg chg="mod">
          <ac:chgData name="Antônio Mauro Rezende" userId="6f33afd5-de08-4447-b79d-f45f1a4ab288" providerId="ADAL" clId="{E56C9A6E-AA66-4641-8935-5040D5E38365}" dt="2026-08-04T11:06:57.387" v="46" actId="20577"/>
          <ac:spMkLst>
            <pc:docMk/>
            <pc:sldMk cId="1816321800" sldId="293"/>
            <ac:spMk id="5" creationId="{E7601A99-E74B-FF61-9CE0-6571CBE4FE2D}"/>
          </ac:spMkLst>
        </pc:spChg>
        <pc:spChg chg="mod">
          <ac:chgData name="Antônio Mauro Rezende" userId="6f33afd5-de08-4447-b79d-f45f1a4ab288" providerId="ADAL" clId="{E56C9A6E-AA66-4641-8935-5040D5E38365}" dt="2026-08-04T11:17:55.186" v="343" actId="20577"/>
          <ac:spMkLst>
            <pc:docMk/>
            <pc:sldMk cId="1816321800" sldId="293"/>
            <ac:spMk id="7" creationId="{A30DCEF3-162C-EE7A-7CD1-8A5A705C2C1F}"/>
          </ac:spMkLst>
        </pc:spChg>
        <pc:picChg chg="add mod">
          <ac:chgData name="Antônio Mauro Rezende" userId="6f33afd5-de08-4447-b79d-f45f1a4ab288" providerId="ADAL" clId="{E56C9A6E-AA66-4641-8935-5040D5E38365}" dt="2026-08-04T11:19:20.616" v="347" actId="1076"/>
          <ac:picMkLst>
            <pc:docMk/>
            <pc:sldMk cId="1816321800" sldId="293"/>
            <ac:picMk id="9" creationId="{6D07B000-697C-1742-CC29-C65A40533097}"/>
          </ac:picMkLst>
        </pc:picChg>
      </pc:sldChg>
      <pc:sldChg chg="addSp modSp add mod">
        <pc:chgData name="Antônio Mauro Rezende" userId="6f33afd5-de08-4447-b79d-f45f1a4ab288" providerId="ADAL" clId="{E56C9A6E-AA66-4641-8935-5040D5E38365}" dt="2026-08-04T11:12:22.738" v="216" actId="20577"/>
        <pc:sldMkLst>
          <pc:docMk/>
          <pc:sldMk cId="775007430" sldId="294"/>
        </pc:sldMkLst>
        <pc:spChg chg="add mod">
          <ac:chgData name="Antônio Mauro Rezende" userId="6f33afd5-de08-4447-b79d-f45f1a4ab288" providerId="ADAL" clId="{E56C9A6E-AA66-4641-8935-5040D5E38365}" dt="2026-08-04T11:12:10.538" v="208" actId="1076"/>
          <ac:spMkLst>
            <pc:docMk/>
            <pc:sldMk cId="775007430" sldId="294"/>
            <ac:spMk id="2" creationId="{09D138EA-7256-055C-A6D1-73DB50531AB1}"/>
          </ac:spMkLst>
        </pc:spChg>
        <pc:spChg chg="add mod">
          <ac:chgData name="Antônio Mauro Rezende" userId="6f33afd5-de08-4447-b79d-f45f1a4ab288" providerId="ADAL" clId="{E56C9A6E-AA66-4641-8935-5040D5E38365}" dt="2026-08-04T11:12:22.738" v="216" actId="20577"/>
          <ac:spMkLst>
            <pc:docMk/>
            <pc:sldMk cId="775007430" sldId="294"/>
            <ac:spMk id="8" creationId="{72412BC9-4645-91CD-C3F2-32CDC6C9B349}"/>
          </ac:spMkLst>
        </pc:spChg>
      </pc:sldChg>
      <pc:sldChg chg="addSp delSp modSp add mod">
        <pc:chgData name="Antônio Mauro Rezende" userId="6f33afd5-de08-4447-b79d-f45f1a4ab288" providerId="ADAL" clId="{E56C9A6E-AA66-4641-8935-5040D5E38365}" dt="2026-08-04T11:23:23.666" v="497" actId="20577"/>
        <pc:sldMkLst>
          <pc:docMk/>
          <pc:sldMk cId="4023497284" sldId="295"/>
        </pc:sldMkLst>
        <pc:spChg chg="mod">
          <ac:chgData name="Antônio Mauro Rezende" userId="6f33afd5-de08-4447-b79d-f45f1a4ab288" providerId="ADAL" clId="{E56C9A6E-AA66-4641-8935-5040D5E38365}" dt="2026-08-04T11:23:23.666" v="497" actId="20577"/>
          <ac:spMkLst>
            <pc:docMk/>
            <pc:sldMk cId="4023497284" sldId="295"/>
            <ac:spMk id="7" creationId="{1F1C9123-EEB5-DF33-B74B-6847B546003B}"/>
          </ac:spMkLst>
        </pc:spChg>
        <pc:picChg chg="add mod">
          <ac:chgData name="Antônio Mauro Rezende" userId="6f33afd5-de08-4447-b79d-f45f1a4ab288" providerId="ADAL" clId="{E56C9A6E-AA66-4641-8935-5040D5E38365}" dt="2026-08-04T11:20:49.272" v="459" actId="1076"/>
          <ac:picMkLst>
            <pc:docMk/>
            <pc:sldMk cId="4023497284" sldId="295"/>
            <ac:picMk id="3" creationId="{B8B72BE7-3AAD-8E74-F0D7-B7770ABD0F03}"/>
          </ac:picMkLst>
        </pc:picChg>
      </pc:sldChg>
      <pc:sldChg chg="delSp modSp add mod">
        <pc:chgData name="Antônio Mauro Rezende" userId="6f33afd5-de08-4447-b79d-f45f1a4ab288" providerId="ADAL" clId="{E56C9A6E-AA66-4641-8935-5040D5E38365}" dt="2026-08-04T11:28:08.175" v="992" actId="20577"/>
        <pc:sldMkLst>
          <pc:docMk/>
          <pc:sldMk cId="2777042954" sldId="296"/>
        </pc:sldMkLst>
        <pc:spChg chg="mod">
          <ac:chgData name="Antônio Mauro Rezende" userId="6f33afd5-de08-4447-b79d-f45f1a4ab288" providerId="ADAL" clId="{E56C9A6E-AA66-4641-8935-5040D5E38365}" dt="2026-08-04T11:28:08.175" v="992" actId="20577"/>
          <ac:spMkLst>
            <pc:docMk/>
            <pc:sldMk cId="2777042954" sldId="296"/>
            <ac:spMk id="7" creationId="{D7600D0E-B30B-136C-246D-2D522B0A3A34}"/>
          </ac:spMkLst>
        </pc:spChg>
      </pc:sldChg>
      <pc:sldChg chg="addSp delSp modSp add mod">
        <pc:chgData name="Antônio Mauro Rezende" userId="6f33afd5-de08-4447-b79d-f45f1a4ab288" providerId="ADAL" clId="{E56C9A6E-AA66-4641-8935-5040D5E38365}" dt="2026-08-04T11:28:42.598" v="999" actId="1076"/>
        <pc:sldMkLst>
          <pc:docMk/>
          <pc:sldMk cId="3359436412" sldId="297"/>
        </pc:sldMkLst>
        <pc:picChg chg="add mod">
          <ac:chgData name="Antônio Mauro Rezende" userId="6f33afd5-de08-4447-b79d-f45f1a4ab288" providerId="ADAL" clId="{E56C9A6E-AA66-4641-8935-5040D5E38365}" dt="2026-08-04T11:28:42.598" v="999" actId="1076"/>
          <ac:picMkLst>
            <pc:docMk/>
            <pc:sldMk cId="3359436412" sldId="297"/>
            <ac:picMk id="6" creationId="{E4490525-15A4-FB5E-888C-94FAC5EC8A6A}"/>
          </ac:picMkLst>
        </pc:picChg>
      </pc:sldChg>
      <pc:sldChg chg="addSp modSp add mod ord">
        <pc:chgData name="Antônio Mauro Rezende" userId="6f33afd5-de08-4447-b79d-f45f1a4ab288" providerId="ADAL" clId="{E56C9A6E-AA66-4641-8935-5040D5E38365}" dt="2026-08-04T11:32:15.685" v="1304" actId="1076"/>
        <pc:sldMkLst>
          <pc:docMk/>
          <pc:sldMk cId="1208473034" sldId="298"/>
        </pc:sldMkLst>
        <pc:spChg chg="mod">
          <ac:chgData name="Antônio Mauro Rezende" userId="6f33afd5-de08-4447-b79d-f45f1a4ab288" providerId="ADAL" clId="{E56C9A6E-AA66-4641-8935-5040D5E38365}" dt="2026-08-04T11:31:47.632" v="1299" actId="20577"/>
          <ac:spMkLst>
            <pc:docMk/>
            <pc:sldMk cId="1208473034" sldId="298"/>
            <ac:spMk id="7" creationId="{7A56006E-937C-EB57-51E0-CA565611D68B}"/>
          </ac:spMkLst>
        </pc:spChg>
        <pc:picChg chg="add mod">
          <ac:chgData name="Antônio Mauro Rezende" userId="6f33afd5-de08-4447-b79d-f45f1a4ab288" providerId="ADAL" clId="{E56C9A6E-AA66-4641-8935-5040D5E38365}" dt="2026-08-04T11:32:15.685" v="1304" actId="1076"/>
          <ac:picMkLst>
            <pc:docMk/>
            <pc:sldMk cId="1208473034" sldId="298"/>
            <ac:picMk id="3" creationId="{4A03C156-8A9C-64BE-FE70-C113F070D868}"/>
          </ac:picMkLst>
        </pc:picChg>
      </pc:sldChg>
      <pc:sldChg chg="addSp delSp modSp add mod ord chgLayout">
        <pc:chgData name="Antônio Mauro Rezende" userId="6f33afd5-de08-4447-b79d-f45f1a4ab288" providerId="ADAL" clId="{E56C9A6E-AA66-4641-8935-5040D5E38365}" dt="2026-08-04T11:33:36.359" v="1317" actId="27636"/>
        <pc:sldMkLst>
          <pc:docMk/>
          <pc:sldMk cId="4161232901" sldId="299"/>
        </pc:sldMkLst>
        <pc:spChg chg="add mod ord">
          <ac:chgData name="Antônio Mauro Rezende" userId="6f33afd5-de08-4447-b79d-f45f1a4ab288" providerId="ADAL" clId="{E56C9A6E-AA66-4641-8935-5040D5E38365}" dt="2026-08-04T11:33:36.359" v="1317" actId="27636"/>
          <ac:spMkLst>
            <pc:docMk/>
            <pc:sldMk cId="4161232901" sldId="299"/>
            <ac:spMk id="2" creationId="{78BF18AB-3CE7-DEB0-D2D1-F10036AF0DE2}"/>
          </ac:spMkLst>
        </pc:spChg>
        <pc:spChg chg="mod ord">
          <ac:chgData name="Antônio Mauro Rezende" userId="6f33afd5-de08-4447-b79d-f45f1a4ab288" providerId="ADAL" clId="{E56C9A6E-AA66-4641-8935-5040D5E38365}" dt="2026-08-04T11:33:19.710" v="1309" actId="700"/>
          <ac:spMkLst>
            <pc:docMk/>
            <pc:sldMk cId="4161232901" sldId="299"/>
            <ac:spMk id="5" creationId="{3EC1F938-A2D7-5559-85DC-891F65DBF2A2}"/>
          </ac:spMkLst>
        </pc:spChg>
      </pc:sldChg>
      <pc:sldChg chg="addSp delSp modSp add mod">
        <pc:chgData name="Antônio Mauro Rezende" userId="6f33afd5-de08-4447-b79d-f45f1a4ab288" providerId="ADAL" clId="{E56C9A6E-AA66-4641-8935-5040D5E38365}" dt="2026-08-04T15:41:25.213" v="1356" actId="1076"/>
        <pc:sldMkLst>
          <pc:docMk/>
          <pc:sldMk cId="3594610544" sldId="300"/>
        </pc:sldMkLst>
        <pc:picChg chg="add mod">
          <ac:chgData name="Antônio Mauro Rezende" userId="6f33afd5-de08-4447-b79d-f45f1a4ab288" providerId="ADAL" clId="{E56C9A6E-AA66-4641-8935-5040D5E38365}" dt="2026-08-04T14:20:16.733" v="1324" actId="1076"/>
          <ac:picMkLst>
            <pc:docMk/>
            <pc:sldMk cId="3594610544" sldId="300"/>
            <ac:picMk id="7" creationId="{C05B0172-1EE7-5CC4-37B4-31F77A19A449}"/>
          </ac:picMkLst>
        </pc:picChg>
        <pc:picChg chg="add mod">
          <ac:chgData name="Antônio Mauro Rezende" userId="6f33afd5-de08-4447-b79d-f45f1a4ab288" providerId="ADAL" clId="{E56C9A6E-AA66-4641-8935-5040D5E38365}" dt="2026-08-04T14:20:54.108" v="1342" actId="1035"/>
          <ac:picMkLst>
            <pc:docMk/>
            <pc:sldMk cId="3594610544" sldId="300"/>
            <ac:picMk id="9" creationId="{8F060696-4E66-9B45-26F5-00798ABE8848}"/>
          </ac:picMkLst>
        </pc:picChg>
        <pc:picChg chg="add mod">
          <ac:chgData name="Antônio Mauro Rezende" userId="6f33afd5-de08-4447-b79d-f45f1a4ab288" providerId="ADAL" clId="{E56C9A6E-AA66-4641-8935-5040D5E38365}" dt="2026-08-04T14:30:47.483" v="1352" actId="1076"/>
          <ac:picMkLst>
            <pc:docMk/>
            <pc:sldMk cId="3594610544" sldId="300"/>
            <ac:picMk id="11" creationId="{097E8AF3-7B64-F8C7-4B93-2404B08B2DCF}"/>
          </ac:picMkLst>
        </pc:picChg>
        <pc:picChg chg="add mod modCrop">
          <ac:chgData name="Antônio Mauro Rezende" userId="6f33afd5-de08-4447-b79d-f45f1a4ab288" providerId="ADAL" clId="{E56C9A6E-AA66-4641-8935-5040D5E38365}" dt="2026-08-04T15:41:25.213" v="1356" actId="1076"/>
          <ac:picMkLst>
            <pc:docMk/>
            <pc:sldMk cId="3594610544" sldId="300"/>
            <ac:picMk id="13" creationId="{1654AE2F-BF72-B7F2-5444-D28D13D62A62}"/>
          </ac:picMkLst>
        </pc:picChg>
      </pc:sldChg>
      <pc:sldChg chg="addSp delSp modSp add mod modNotesTx">
        <pc:chgData name="Antônio Mauro Rezende" userId="6f33afd5-de08-4447-b79d-f45f1a4ab288" providerId="ADAL" clId="{E56C9A6E-AA66-4641-8935-5040D5E38365}" dt="2026-08-04T19:22:10.368" v="1719" actId="1076"/>
        <pc:sldMkLst>
          <pc:docMk/>
          <pc:sldMk cId="2616098981" sldId="301"/>
        </pc:sldMkLst>
        <pc:spChg chg="add mod">
          <ac:chgData name="Antônio Mauro Rezende" userId="6f33afd5-de08-4447-b79d-f45f1a4ab288" providerId="ADAL" clId="{E56C9A6E-AA66-4641-8935-5040D5E38365}" dt="2026-08-04T15:45:07.940" v="1374" actId="1076"/>
          <ac:spMkLst>
            <pc:docMk/>
            <pc:sldMk cId="2616098981" sldId="301"/>
            <ac:spMk id="4" creationId="{06DA4F16-36EB-105E-21FF-8AAFAA86E37A}"/>
          </ac:spMkLst>
        </pc:spChg>
        <pc:picChg chg="add mod">
          <ac:chgData name="Antônio Mauro Rezende" userId="6f33afd5-de08-4447-b79d-f45f1a4ab288" providerId="ADAL" clId="{E56C9A6E-AA66-4641-8935-5040D5E38365}" dt="2026-08-04T19:22:10.368" v="1719" actId="1076"/>
          <ac:picMkLst>
            <pc:docMk/>
            <pc:sldMk cId="2616098981" sldId="301"/>
            <ac:picMk id="3" creationId="{DAEDDA19-E118-19FE-113B-F8BCE26670B4}"/>
          </ac:picMkLst>
        </pc:picChg>
      </pc:sldChg>
      <pc:sldChg chg="delSp modSp add mod modNotesTx">
        <pc:chgData name="Antônio Mauro Rezende" userId="6f33afd5-de08-4447-b79d-f45f1a4ab288" providerId="ADAL" clId="{E56C9A6E-AA66-4641-8935-5040D5E38365}" dt="2026-08-04T19:26:16.976" v="1942" actId="20577"/>
        <pc:sldMkLst>
          <pc:docMk/>
          <pc:sldMk cId="848520761" sldId="302"/>
        </pc:sldMkLst>
        <pc:picChg chg="mod">
          <ac:chgData name="Antônio Mauro Rezende" userId="6f33afd5-de08-4447-b79d-f45f1a4ab288" providerId="ADAL" clId="{E56C9A6E-AA66-4641-8935-5040D5E38365}" dt="2026-08-04T19:22:05.897" v="1717" actId="1076"/>
          <ac:picMkLst>
            <pc:docMk/>
            <pc:sldMk cId="848520761" sldId="302"/>
            <ac:picMk id="8" creationId="{3D4B8A20-9A95-A528-77D2-FC46342B4129}"/>
          </ac:picMkLst>
        </pc:picChg>
      </pc:sldChg>
      <pc:sldChg chg="addSp delSp modSp add mod modClrScheme chgLayout modNotesTx">
        <pc:chgData name="Antônio Mauro Rezende" userId="6f33afd5-de08-4447-b79d-f45f1a4ab288" providerId="ADAL" clId="{E56C9A6E-AA66-4641-8935-5040D5E38365}" dt="2026-08-06T11:57:17.793" v="2811" actId="1076"/>
        <pc:sldMkLst>
          <pc:docMk/>
          <pc:sldMk cId="1375417266" sldId="303"/>
        </pc:sldMkLst>
        <pc:spChg chg="add mod">
          <ac:chgData name="Antônio Mauro Rezende" userId="6f33afd5-de08-4447-b79d-f45f1a4ab288" providerId="ADAL" clId="{E56C9A6E-AA66-4641-8935-5040D5E38365}" dt="2026-08-05T17:45:59.361" v="1969" actId="14100"/>
          <ac:spMkLst>
            <pc:docMk/>
            <pc:sldMk cId="1375417266" sldId="303"/>
            <ac:spMk id="3" creationId="{3A5844CF-17F5-58E8-DCF0-722D6794600C}"/>
          </ac:spMkLst>
        </pc:spChg>
        <pc:spChg chg="mod ord">
          <ac:chgData name="Antônio Mauro Rezende" userId="6f33afd5-de08-4447-b79d-f45f1a4ab288" providerId="ADAL" clId="{E56C9A6E-AA66-4641-8935-5040D5E38365}" dt="2026-08-05T19:18:21.678" v="2537" actId="20577"/>
          <ac:spMkLst>
            <pc:docMk/>
            <pc:sldMk cId="1375417266" sldId="303"/>
            <ac:spMk id="5" creationId="{7DB45C32-45CC-159D-10C9-2C334B5D726A}"/>
          </ac:spMkLst>
        </pc:spChg>
        <pc:spChg chg="add mod ord">
          <ac:chgData name="Antônio Mauro Rezende" userId="6f33afd5-de08-4447-b79d-f45f1a4ab288" providerId="ADAL" clId="{E56C9A6E-AA66-4641-8935-5040D5E38365}" dt="2026-08-05T18:12:32.123" v="2393" actId="20577"/>
          <ac:spMkLst>
            <pc:docMk/>
            <pc:sldMk cId="1375417266" sldId="303"/>
            <ac:spMk id="10" creationId="{73638FC6-8D0A-7A60-F915-DEB592ED7E8B}"/>
          </ac:spMkLst>
        </pc:spChg>
        <pc:spChg chg="add mod">
          <ac:chgData name="Antônio Mauro Rezende" userId="6f33afd5-de08-4447-b79d-f45f1a4ab288" providerId="ADAL" clId="{E56C9A6E-AA66-4641-8935-5040D5E38365}" dt="2026-08-06T11:57:17.793" v="2811" actId="1076"/>
          <ac:spMkLst>
            <pc:docMk/>
            <pc:sldMk cId="1375417266" sldId="303"/>
            <ac:spMk id="13" creationId="{F761ADDE-C9A1-297B-8183-25C07EC1E9FD}"/>
          </ac:spMkLst>
        </pc:spChg>
        <pc:picChg chg="add mod">
          <ac:chgData name="Antônio Mauro Rezende" userId="6f33afd5-de08-4447-b79d-f45f1a4ab288" providerId="ADAL" clId="{E56C9A6E-AA66-4641-8935-5040D5E38365}" dt="2026-08-05T17:45:06.561" v="1949" actId="1076"/>
          <ac:picMkLst>
            <pc:docMk/>
            <pc:sldMk cId="1375417266" sldId="303"/>
            <ac:picMk id="2" creationId="{A6419048-A106-3950-651E-EC4E7FD6B618}"/>
          </ac:picMkLst>
        </pc:picChg>
        <pc:picChg chg="add mod">
          <ac:chgData name="Antônio Mauro Rezende" userId="6f33afd5-de08-4447-b79d-f45f1a4ab288" providerId="ADAL" clId="{E56C9A6E-AA66-4641-8935-5040D5E38365}" dt="2026-08-06T11:56:56.599" v="2790" actId="1076"/>
          <ac:picMkLst>
            <pc:docMk/>
            <pc:sldMk cId="1375417266" sldId="303"/>
            <ac:picMk id="11" creationId="{50A1A560-EF28-B391-DFAB-EDBC43905522}"/>
          </ac:picMkLst>
        </pc:picChg>
      </pc:sldChg>
      <pc:sldChg chg="addSp delSp modSp add mod modNotesTx">
        <pc:chgData name="Antônio Mauro Rezende" userId="6f33afd5-de08-4447-b79d-f45f1a4ab288" providerId="ADAL" clId="{E56C9A6E-AA66-4641-8935-5040D5E38365}" dt="2026-08-05T19:18:28.293" v="2538"/>
        <pc:sldMkLst>
          <pc:docMk/>
          <pc:sldMk cId="1460128785" sldId="304"/>
        </pc:sldMkLst>
        <pc:spChg chg="mod">
          <ac:chgData name="Antônio Mauro Rezende" userId="6f33afd5-de08-4447-b79d-f45f1a4ab288" providerId="ADAL" clId="{E56C9A6E-AA66-4641-8935-5040D5E38365}" dt="2026-08-05T19:18:28.293" v="2538"/>
          <ac:spMkLst>
            <pc:docMk/>
            <pc:sldMk cId="1460128785" sldId="304"/>
            <ac:spMk id="5" creationId="{D2253C43-24B7-6E88-39FC-0A7578212525}"/>
          </ac:spMkLst>
        </pc:spChg>
        <pc:spChg chg="add del mod">
          <ac:chgData name="Antônio Mauro Rezende" userId="6f33afd5-de08-4447-b79d-f45f1a4ab288" providerId="ADAL" clId="{E56C9A6E-AA66-4641-8935-5040D5E38365}" dt="2026-08-05T18:41:11.902" v="2431" actId="478"/>
          <ac:spMkLst>
            <pc:docMk/>
            <pc:sldMk cId="1460128785" sldId="304"/>
            <ac:spMk id="11" creationId="{20529CAE-9260-55AB-8128-BA54032AA8BC}"/>
          </ac:spMkLst>
        </pc:spChg>
        <pc:picChg chg="add del mod">
          <ac:chgData name="Antônio Mauro Rezende" userId="6f33afd5-de08-4447-b79d-f45f1a4ab288" providerId="ADAL" clId="{E56C9A6E-AA66-4641-8935-5040D5E38365}" dt="2026-08-05T18:41:12.414" v="2432" actId="478"/>
          <ac:picMkLst>
            <pc:docMk/>
            <pc:sldMk cId="1460128785" sldId="304"/>
            <ac:picMk id="8" creationId="{52F8BC29-C5B2-8720-0776-A7B484193D1D}"/>
          </ac:picMkLst>
        </pc:picChg>
      </pc:sldChg>
      <pc:sldChg chg="addSp delSp modSp add mod modNotesTx">
        <pc:chgData name="Antônio Mauro Rezende" userId="6f33afd5-de08-4447-b79d-f45f1a4ab288" providerId="ADAL" clId="{E56C9A6E-AA66-4641-8935-5040D5E38365}" dt="2026-08-05T19:18:31.184" v="2539"/>
        <pc:sldMkLst>
          <pc:docMk/>
          <pc:sldMk cId="4201943252" sldId="305"/>
        </pc:sldMkLst>
        <pc:spChg chg="add mod">
          <ac:chgData name="Antônio Mauro Rezende" userId="6f33afd5-de08-4447-b79d-f45f1a4ab288" providerId="ADAL" clId="{E56C9A6E-AA66-4641-8935-5040D5E38365}" dt="2026-08-05T18:43:04.959" v="2449" actId="1076"/>
          <ac:spMkLst>
            <pc:docMk/>
            <pc:sldMk cId="4201943252" sldId="305"/>
            <ac:spMk id="4" creationId="{642266C2-BB7A-F05B-C928-C4DB90B973E9}"/>
          </ac:spMkLst>
        </pc:spChg>
        <pc:spChg chg="mod">
          <ac:chgData name="Antônio Mauro Rezende" userId="6f33afd5-de08-4447-b79d-f45f1a4ab288" providerId="ADAL" clId="{E56C9A6E-AA66-4641-8935-5040D5E38365}" dt="2026-08-05T19:18:31.184" v="2539"/>
          <ac:spMkLst>
            <pc:docMk/>
            <pc:sldMk cId="4201943252" sldId="305"/>
            <ac:spMk id="5" creationId="{2DEF4D36-3EF4-4295-8B15-9ADE4B089AC1}"/>
          </ac:spMkLst>
        </pc:spChg>
        <pc:spChg chg="mod">
          <ac:chgData name="Antônio Mauro Rezende" userId="6f33afd5-de08-4447-b79d-f45f1a4ab288" providerId="ADAL" clId="{E56C9A6E-AA66-4641-8935-5040D5E38365}" dt="2026-08-05T18:42:53.421" v="2446" actId="1076"/>
          <ac:spMkLst>
            <pc:docMk/>
            <pc:sldMk cId="4201943252" sldId="305"/>
            <ac:spMk id="11" creationId="{04B5B06D-44A6-626E-705A-A96A4F7FCAAC}"/>
          </ac:spMkLst>
        </pc:spChg>
        <pc:picChg chg="add mod">
          <ac:chgData name="Antônio Mauro Rezende" userId="6f33afd5-de08-4447-b79d-f45f1a4ab288" providerId="ADAL" clId="{E56C9A6E-AA66-4641-8935-5040D5E38365}" dt="2026-08-05T18:42:53.421" v="2446" actId="1076"/>
          <ac:picMkLst>
            <pc:docMk/>
            <pc:sldMk cId="4201943252" sldId="305"/>
            <ac:picMk id="3" creationId="{7EE8A04A-3A52-B8B6-9907-336C467868C3}"/>
          </ac:picMkLst>
        </pc:picChg>
      </pc:sldChg>
      <pc:sldChg chg="addSp delSp modSp add mod">
        <pc:chgData name="Antônio Mauro Rezende" userId="6f33afd5-de08-4447-b79d-f45f1a4ab288" providerId="ADAL" clId="{E56C9A6E-AA66-4641-8935-5040D5E38365}" dt="2026-08-05T19:18:34.768" v="2540"/>
        <pc:sldMkLst>
          <pc:docMk/>
          <pc:sldMk cId="241843387" sldId="306"/>
        </pc:sldMkLst>
        <pc:spChg chg="mod">
          <ac:chgData name="Antônio Mauro Rezende" userId="6f33afd5-de08-4447-b79d-f45f1a4ab288" providerId="ADAL" clId="{E56C9A6E-AA66-4641-8935-5040D5E38365}" dt="2026-08-05T18:43:37.510" v="2457" actId="20577"/>
          <ac:spMkLst>
            <pc:docMk/>
            <pc:sldMk cId="241843387" sldId="306"/>
            <ac:spMk id="4" creationId="{F0EA2B3C-DDBB-80CB-2DE1-20C741B478B6}"/>
          </ac:spMkLst>
        </pc:spChg>
        <pc:spChg chg="mod">
          <ac:chgData name="Antônio Mauro Rezende" userId="6f33afd5-de08-4447-b79d-f45f1a4ab288" providerId="ADAL" clId="{E56C9A6E-AA66-4641-8935-5040D5E38365}" dt="2026-08-05T19:18:34.768" v="2540"/>
          <ac:spMkLst>
            <pc:docMk/>
            <pc:sldMk cId="241843387" sldId="306"/>
            <ac:spMk id="5" creationId="{05EEF4FC-5828-839D-CEF0-28A62DA76383}"/>
          </ac:spMkLst>
        </pc:spChg>
        <pc:picChg chg="add mod">
          <ac:chgData name="Antônio Mauro Rezende" userId="6f33afd5-de08-4447-b79d-f45f1a4ab288" providerId="ADAL" clId="{E56C9A6E-AA66-4641-8935-5040D5E38365}" dt="2026-08-05T18:43:47.212" v="2459" actId="1076"/>
          <ac:picMkLst>
            <pc:docMk/>
            <pc:sldMk cId="241843387" sldId="306"/>
            <ac:picMk id="2" creationId="{3DF04B16-C8AA-F417-6A8E-2785639F77AC}"/>
          </ac:picMkLst>
        </pc:picChg>
      </pc:sldChg>
      <pc:sldChg chg="addSp delSp modSp add mod">
        <pc:chgData name="Antônio Mauro Rezende" userId="6f33afd5-de08-4447-b79d-f45f1a4ab288" providerId="ADAL" clId="{E56C9A6E-AA66-4641-8935-5040D5E38365}" dt="2026-08-05T19:18:38.682" v="2541"/>
        <pc:sldMkLst>
          <pc:docMk/>
          <pc:sldMk cId="2174996046" sldId="307"/>
        </pc:sldMkLst>
        <pc:spChg chg="mod">
          <ac:chgData name="Antônio Mauro Rezende" userId="6f33afd5-de08-4447-b79d-f45f1a4ab288" providerId="ADAL" clId="{E56C9A6E-AA66-4641-8935-5040D5E38365}" dt="2026-08-05T18:44:32.804" v="2462"/>
          <ac:spMkLst>
            <pc:docMk/>
            <pc:sldMk cId="2174996046" sldId="307"/>
            <ac:spMk id="4" creationId="{0C764EC0-6A71-A576-439C-F68C9C6B5658}"/>
          </ac:spMkLst>
        </pc:spChg>
        <pc:spChg chg="mod">
          <ac:chgData name="Antônio Mauro Rezende" userId="6f33afd5-de08-4447-b79d-f45f1a4ab288" providerId="ADAL" clId="{E56C9A6E-AA66-4641-8935-5040D5E38365}" dt="2026-08-05T19:18:38.682" v="2541"/>
          <ac:spMkLst>
            <pc:docMk/>
            <pc:sldMk cId="2174996046" sldId="307"/>
            <ac:spMk id="5" creationId="{D78FDAD1-A74F-D1B8-FF6C-4DAB56A8EE37}"/>
          </ac:spMkLst>
        </pc:spChg>
        <pc:picChg chg="add mod">
          <ac:chgData name="Antônio Mauro Rezende" userId="6f33afd5-de08-4447-b79d-f45f1a4ab288" providerId="ADAL" clId="{E56C9A6E-AA66-4641-8935-5040D5E38365}" dt="2026-08-05T18:44:49.884" v="2469" actId="1076"/>
          <ac:picMkLst>
            <pc:docMk/>
            <pc:sldMk cId="2174996046" sldId="307"/>
            <ac:picMk id="3" creationId="{277C7E54-831D-8077-5183-FF9CBCCECEFF}"/>
          </ac:picMkLst>
        </pc:picChg>
      </pc:sldChg>
      <pc:sldChg chg="addSp delSp modSp add mod">
        <pc:chgData name="Antônio Mauro Rezende" userId="6f33afd5-de08-4447-b79d-f45f1a4ab288" providerId="ADAL" clId="{E56C9A6E-AA66-4641-8935-5040D5E38365}" dt="2026-08-05T19:18:41.716" v="2542"/>
        <pc:sldMkLst>
          <pc:docMk/>
          <pc:sldMk cId="474453122" sldId="308"/>
        </pc:sldMkLst>
        <pc:spChg chg="mod">
          <ac:chgData name="Antônio Mauro Rezende" userId="6f33afd5-de08-4447-b79d-f45f1a4ab288" providerId="ADAL" clId="{E56C9A6E-AA66-4641-8935-5040D5E38365}" dt="2026-08-05T18:45:30.885" v="2471"/>
          <ac:spMkLst>
            <pc:docMk/>
            <pc:sldMk cId="474453122" sldId="308"/>
            <ac:spMk id="4" creationId="{38C8AD5E-5E2D-2265-0A98-4FFCCC5DC9AB}"/>
          </ac:spMkLst>
        </pc:spChg>
        <pc:spChg chg="mod">
          <ac:chgData name="Antônio Mauro Rezende" userId="6f33afd5-de08-4447-b79d-f45f1a4ab288" providerId="ADAL" clId="{E56C9A6E-AA66-4641-8935-5040D5E38365}" dt="2026-08-05T19:18:41.716" v="2542"/>
          <ac:spMkLst>
            <pc:docMk/>
            <pc:sldMk cId="474453122" sldId="308"/>
            <ac:spMk id="5" creationId="{C9A2712D-F857-05F9-CA41-192D4467E2ED}"/>
          </ac:spMkLst>
        </pc:spChg>
        <pc:picChg chg="add mod">
          <ac:chgData name="Antônio Mauro Rezende" userId="6f33afd5-de08-4447-b79d-f45f1a4ab288" providerId="ADAL" clId="{E56C9A6E-AA66-4641-8935-5040D5E38365}" dt="2026-08-05T18:45:48.076" v="2478" actId="1076"/>
          <ac:picMkLst>
            <pc:docMk/>
            <pc:sldMk cId="474453122" sldId="308"/>
            <ac:picMk id="2" creationId="{32760228-1A03-6982-931B-D3CCEC9E7CD0}"/>
          </ac:picMkLst>
        </pc:picChg>
      </pc:sldChg>
      <pc:sldChg chg="addSp delSp modSp add mod">
        <pc:chgData name="Antônio Mauro Rezende" userId="6f33afd5-de08-4447-b79d-f45f1a4ab288" providerId="ADAL" clId="{E56C9A6E-AA66-4641-8935-5040D5E38365}" dt="2026-08-05T19:18:45.180" v="2543"/>
        <pc:sldMkLst>
          <pc:docMk/>
          <pc:sldMk cId="556734441" sldId="309"/>
        </pc:sldMkLst>
        <pc:spChg chg="mod">
          <ac:chgData name="Antônio Mauro Rezende" userId="6f33afd5-de08-4447-b79d-f45f1a4ab288" providerId="ADAL" clId="{E56C9A6E-AA66-4641-8935-5040D5E38365}" dt="2026-08-05T18:46:38.739" v="2480"/>
          <ac:spMkLst>
            <pc:docMk/>
            <pc:sldMk cId="556734441" sldId="309"/>
            <ac:spMk id="4" creationId="{909AF9F5-E059-F9BF-695D-169C16C35DFC}"/>
          </ac:spMkLst>
        </pc:spChg>
        <pc:spChg chg="mod">
          <ac:chgData name="Antônio Mauro Rezende" userId="6f33afd5-de08-4447-b79d-f45f1a4ab288" providerId="ADAL" clId="{E56C9A6E-AA66-4641-8935-5040D5E38365}" dt="2026-08-05T19:18:45.180" v="2543"/>
          <ac:spMkLst>
            <pc:docMk/>
            <pc:sldMk cId="556734441" sldId="309"/>
            <ac:spMk id="5" creationId="{74FB9647-130F-BC6E-0EBB-E781477C625F}"/>
          </ac:spMkLst>
        </pc:spChg>
        <pc:picChg chg="add mod">
          <ac:chgData name="Antônio Mauro Rezende" userId="6f33afd5-de08-4447-b79d-f45f1a4ab288" providerId="ADAL" clId="{E56C9A6E-AA66-4641-8935-5040D5E38365}" dt="2026-08-05T18:46:57.237" v="2485" actId="14100"/>
          <ac:picMkLst>
            <pc:docMk/>
            <pc:sldMk cId="556734441" sldId="309"/>
            <ac:picMk id="3" creationId="{CC7C99A5-8FAC-23A5-9675-0BE54F9B4D2F}"/>
          </ac:picMkLst>
        </pc:picChg>
      </pc:sldChg>
      <pc:sldChg chg="addSp delSp modSp add mod">
        <pc:chgData name="Antônio Mauro Rezende" userId="6f33afd5-de08-4447-b79d-f45f1a4ab288" providerId="ADAL" clId="{E56C9A6E-AA66-4641-8935-5040D5E38365}" dt="2026-08-05T19:18:48.348" v="2544"/>
        <pc:sldMkLst>
          <pc:docMk/>
          <pc:sldMk cId="1212699593" sldId="310"/>
        </pc:sldMkLst>
        <pc:spChg chg="mod">
          <ac:chgData name="Antônio Mauro Rezende" userId="6f33afd5-de08-4447-b79d-f45f1a4ab288" providerId="ADAL" clId="{E56C9A6E-AA66-4641-8935-5040D5E38365}" dt="2026-08-05T18:47:43.555" v="2488"/>
          <ac:spMkLst>
            <pc:docMk/>
            <pc:sldMk cId="1212699593" sldId="310"/>
            <ac:spMk id="4" creationId="{72971731-BD9D-F073-59E9-DEFA63F372C3}"/>
          </ac:spMkLst>
        </pc:spChg>
        <pc:spChg chg="mod">
          <ac:chgData name="Antônio Mauro Rezende" userId="6f33afd5-de08-4447-b79d-f45f1a4ab288" providerId="ADAL" clId="{E56C9A6E-AA66-4641-8935-5040D5E38365}" dt="2026-08-05T19:18:48.348" v="2544"/>
          <ac:spMkLst>
            <pc:docMk/>
            <pc:sldMk cId="1212699593" sldId="310"/>
            <ac:spMk id="5" creationId="{307FE0E9-F4F2-2CA4-FAFD-FF2A26121FDE}"/>
          </ac:spMkLst>
        </pc:spChg>
        <pc:picChg chg="add mod">
          <ac:chgData name="Antônio Mauro Rezende" userId="6f33afd5-de08-4447-b79d-f45f1a4ab288" providerId="ADAL" clId="{E56C9A6E-AA66-4641-8935-5040D5E38365}" dt="2026-08-05T18:48:00.932" v="2496" actId="1076"/>
          <ac:picMkLst>
            <pc:docMk/>
            <pc:sldMk cId="1212699593" sldId="310"/>
            <ac:picMk id="2" creationId="{5645A602-54FB-729C-F68C-F50B8D0E2D80}"/>
          </ac:picMkLst>
        </pc:picChg>
      </pc:sldChg>
      <pc:sldChg chg="addSp delSp modSp add mod">
        <pc:chgData name="Antônio Mauro Rezende" userId="6f33afd5-de08-4447-b79d-f45f1a4ab288" providerId="ADAL" clId="{E56C9A6E-AA66-4641-8935-5040D5E38365}" dt="2026-08-05T19:18:50.698" v="2545"/>
        <pc:sldMkLst>
          <pc:docMk/>
          <pc:sldMk cId="909836861" sldId="311"/>
        </pc:sldMkLst>
        <pc:spChg chg="add del mod">
          <ac:chgData name="Antônio Mauro Rezende" userId="6f33afd5-de08-4447-b79d-f45f1a4ab288" providerId="ADAL" clId="{E56C9A6E-AA66-4641-8935-5040D5E38365}" dt="2026-08-05T18:49:30.387" v="2513" actId="1076"/>
          <ac:spMkLst>
            <pc:docMk/>
            <pc:sldMk cId="909836861" sldId="311"/>
            <ac:spMk id="4" creationId="{A58326BB-DB47-83ED-E255-7A7EE35C9CE4}"/>
          </ac:spMkLst>
        </pc:spChg>
        <pc:spChg chg="mod">
          <ac:chgData name="Antônio Mauro Rezende" userId="6f33afd5-de08-4447-b79d-f45f1a4ab288" providerId="ADAL" clId="{E56C9A6E-AA66-4641-8935-5040D5E38365}" dt="2026-08-05T19:18:50.698" v="2545"/>
          <ac:spMkLst>
            <pc:docMk/>
            <pc:sldMk cId="909836861" sldId="311"/>
            <ac:spMk id="5" creationId="{6DD8D3AC-1E53-0C4E-6B24-92B9EFD15943}"/>
          </ac:spMkLst>
        </pc:spChg>
        <pc:spChg chg="mod">
          <ac:chgData name="Antônio Mauro Rezende" userId="6f33afd5-de08-4447-b79d-f45f1a4ab288" providerId="ADAL" clId="{E56C9A6E-AA66-4641-8935-5040D5E38365}" dt="2026-08-05T18:49:16.330" v="2508" actId="1076"/>
          <ac:spMkLst>
            <pc:docMk/>
            <pc:sldMk cId="909836861" sldId="311"/>
            <ac:spMk id="11" creationId="{09CDEE5D-9BB0-5DB4-29B2-99E52DCA4D27}"/>
          </ac:spMkLst>
        </pc:spChg>
        <pc:picChg chg="add mod">
          <ac:chgData name="Antônio Mauro Rezende" userId="6f33afd5-de08-4447-b79d-f45f1a4ab288" providerId="ADAL" clId="{E56C9A6E-AA66-4641-8935-5040D5E38365}" dt="2026-08-05T18:49:24.411" v="2512" actId="1076"/>
          <ac:picMkLst>
            <pc:docMk/>
            <pc:sldMk cId="909836861" sldId="311"/>
            <ac:picMk id="3" creationId="{18A6C78D-FFC8-AF69-5ECC-3A8CEA3DD450}"/>
          </ac:picMkLst>
        </pc:picChg>
      </pc:sldChg>
      <pc:sldChg chg="addSp delSp modSp add mod modClrScheme chgLayout">
        <pc:chgData name="Antônio Mauro Rezende" userId="6f33afd5-de08-4447-b79d-f45f1a4ab288" providerId="ADAL" clId="{E56C9A6E-AA66-4641-8935-5040D5E38365}" dt="2026-08-06T12:14:38.801" v="2910" actId="2711"/>
        <pc:sldMkLst>
          <pc:docMk/>
          <pc:sldMk cId="2268731815" sldId="312"/>
        </pc:sldMkLst>
        <pc:spChg chg="mod ord">
          <ac:chgData name="Antônio Mauro Rezende" userId="6f33afd5-de08-4447-b79d-f45f1a4ab288" providerId="ADAL" clId="{E56C9A6E-AA66-4641-8935-5040D5E38365}" dt="2026-08-06T11:39:13.344" v="2566" actId="700"/>
          <ac:spMkLst>
            <pc:docMk/>
            <pc:sldMk cId="2268731815" sldId="312"/>
            <ac:spMk id="5" creationId="{A92B98D4-4851-62A6-6A48-7073D8EE8614}"/>
          </ac:spMkLst>
        </pc:spChg>
        <pc:spChg chg="add mod ord">
          <ac:chgData name="Antônio Mauro Rezende" userId="6f33afd5-de08-4447-b79d-f45f1a4ab288" providerId="ADAL" clId="{E56C9A6E-AA66-4641-8935-5040D5E38365}" dt="2026-08-06T12:14:38.801" v="2910" actId="2711"/>
          <ac:spMkLst>
            <pc:docMk/>
            <pc:sldMk cId="2268731815" sldId="312"/>
            <ac:spMk id="7" creationId="{1572CA9C-A64C-6DE3-3656-3761EE0A1210}"/>
          </ac:spMkLst>
        </pc:spChg>
      </pc:sldChg>
      <pc:sldChg chg="addSp delSp modSp add mod">
        <pc:chgData name="Antônio Mauro Rezende" userId="6f33afd5-de08-4447-b79d-f45f1a4ab288" providerId="ADAL" clId="{E56C9A6E-AA66-4641-8935-5040D5E38365}" dt="2026-08-06T11:54:52.754" v="2774" actId="404"/>
        <pc:sldMkLst>
          <pc:docMk/>
          <pc:sldMk cId="1137129522" sldId="313"/>
        </pc:sldMkLst>
        <pc:spChg chg="add mod">
          <ac:chgData name="Antônio Mauro Rezende" userId="6f33afd5-de08-4447-b79d-f45f1a4ab288" providerId="ADAL" clId="{E56C9A6E-AA66-4641-8935-5040D5E38365}" dt="2026-08-06T11:54:52.754" v="2774" actId="404"/>
          <ac:spMkLst>
            <pc:docMk/>
            <pc:sldMk cId="1137129522" sldId="313"/>
            <ac:spMk id="9" creationId="{173E5DD7-A2FF-EBC6-5997-A52312299B1E}"/>
          </ac:spMkLst>
        </pc:spChg>
        <pc:spChg chg="mod">
          <ac:chgData name="Antônio Mauro Rezende" userId="6f33afd5-de08-4447-b79d-f45f1a4ab288" providerId="ADAL" clId="{E56C9A6E-AA66-4641-8935-5040D5E38365}" dt="2026-08-06T11:53:28.409" v="2752" actId="1076"/>
          <ac:spMkLst>
            <pc:docMk/>
            <pc:sldMk cId="1137129522" sldId="313"/>
            <ac:spMk id="11" creationId="{8220A64D-299D-599B-347B-53206916056D}"/>
          </ac:spMkLst>
        </pc:spChg>
        <pc:picChg chg="add mod">
          <ac:chgData name="Antônio Mauro Rezende" userId="6f33afd5-de08-4447-b79d-f45f1a4ab288" providerId="ADAL" clId="{E56C9A6E-AA66-4641-8935-5040D5E38365}" dt="2026-08-06T11:53:16.457" v="2750" actId="1076"/>
          <ac:picMkLst>
            <pc:docMk/>
            <pc:sldMk cId="1137129522" sldId="313"/>
            <ac:picMk id="4" creationId="{F5250F43-EA2D-5F6B-6513-F86395BF10FB}"/>
          </ac:picMkLst>
        </pc:picChg>
        <pc:picChg chg="add mod">
          <ac:chgData name="Antônio Mauro Rezende" userId="6f33afd5-de08-4447-b79d-f45f1a4ab288" providerId="ADAL" clId="{E56C9A6E-AA66-4641-8935-5040D5E38365}" dt="2026-08-06T11:54:18.576" v="2758" actId="14100"/>
          <ac:picMkLst>
            <pc:docMk/>
            <pc:sldMk cId="1137129522" sldId="313"/>
            <ac:picMk id="6" creationId="{ACA36C08-7248-011E-E5BE-A562787D2D1F}"/>
          </ac:picMkLst>
        </pc:picChg>
      </pc:sldChg>
      <pc:sldChg chg="addSp delSp modSp add mod">
        <pc:chgData name="Antônio Mauro Rezende" userId="6f33afd5-de08-4447-b79d-f45f1a4ab288" providerId="ADAL" clId="{E56C9A6E-AA66-4641-8935-5040D5E38365}" dt="2026-08-06T12:23:03.172" v="3125" actId="20577"/>
        <pc:sldMkLst>
          <pc:docMk/>
          <pc:sldMk cId="3768150091" sldId="314"/>
        </pc:sldMkLst>
        <pc:spChg chg="add mod">
          <ac:chgData name="Antônio Mauro Rezende" userId="6f33afd5-de08-4447-b79d-f45f1a4ab288" providerId="ADAL" clId="{E56C9A6E-AA66-4641-8935-5040D5E38365}" dt="2026-08-06T12:11:56.399" v="2818" actId="1076"/>
          <ac:spMkLst>
            <pc:docMk/>
            <pc:sldMk cId="3768150091" sldId="314"/>
            <ac:spMk id="7" creationId="{B3590818-5EB9-3975-6DB9-1921C8145081}"/>
          </ac:spMkLst>
        </pc:spChg>
        <pc:spChg chg="add mod">
          <ac:chgData name="Antônio Mauro Rezende" userId="6f33afd5-de08-4447-b79d-f45f1a4ab288" providerId="ADAL" clId="{E56C9A6E-AA66-4641-8935-5040D5E38365}" dt="2026-08-06T12:23:03.172" v="3125" actId="20577"/>
          <ac:spMkLst>
            <pc:docMk/>
            <pc:sldMk cId="3768150091" sldId="314"/>
            <ac:spMk id="8" creationId="{1CA68B4F-FC1D-5574-2B13-F84803C1BEF7}"/>
          </ac:spMkLst>
        </pc:spChg>
        <pc:picChg chg="add mod">
          <ac:chgData name="Antônio Mauro Rezende" userId="6f33afd5-de08-4447-b79d-f45f1a4ab288" providerId="ADAL" clId="{E56C9A6E-AA66-4641-8935-5040D5E38365}" dt="2026-08-06T12:11:41.934" v="2815" actId="1076"/>
          <ac:picMkLst>
            <pc:docMk/>
            <pc:sldMk cId="3768150091" sldId="314"/>
            <ac:picMk id="2" creationId="{5B97AAFB-B01D-7960-8C0B-6E0C90840714}"/>
          </ac:picMkLst>
        </pc:picChg>
      </pc:sldChg>
      <pc:sldChg chg="addSp delSp modSp add mod">
        <pc:chgData name="Antônio Mauro Rezende" userId="6f33afd5-de08-4447-b79d-f45f1a4ab288" providerId="ADAL" clId="{E56C9A6E-AA66-4641-8935-5040D5E38365}" dt="2026-08-06T12:45:22.367" v="3531" actId="1076"/>
        <pc:sldMkLst>
          <pc:docMk/>
          <pc:sldMk cId="2226021664" sldId="315"/>
        </pc:sldMkLst>
        <pc:spChg chg="add mod">
          <ac:chgData name="Antônio Mauro Rezende" userId="6f33afd5-de08-4447-b79d-f45f1a4ab288" providerId="ADAL" clId="{E56C9A6E-AA66-4641-8935-5040D5E38365}" dt="2026-08-06T12:23:47.131" v="3155" actId="1076"/>
          <ac:spMkLst>
            <pc:docMk/>
            <pc:sldMk cId="2226021664" sldId="315"/>
            <ac:spMk id="3" creationId="{70F0FE4B-19E5-0555-7F93-AB11756C49EE}"/>
          </ac:spMkLst>
        </pc:spChg>
        <pc:spChg chg="add mod">
          <ac:chgData name="Antônio Mauro Rezende" userId="6f33afd5-de08-4447-b79d-f45f1a4ab288" providerId="ADAL" clId="{E56C9A6E-AA66-4641-8935-5040D5E38365}" dt="2026-08-06T12:45:20.400" v="3530" actId="1076"/>
          <ac:spMkLst>
            <pc:docMk/>
            <pc:sldMk cId="2226021664" sldId="315"/>
            <ac:spMk id="10" creationId="{DAB89436-8A51-1F36-29A0-F7F3E43E2104}"/>
          </ac:spMkLst>
        </pc:spChg>
        <pc:picChg chg="add mod">
          <ac:chgData name="Antônio Mauro Rezende" userId="6f33afd5-de08-4447-b79d-f45f1a4ab288" providerId="ADAL" clId="{E56C9A6E-AA66-4641-8935-5040D5E38365}" dt="2026-08-06T12:24:03.890" v="3162" actId="1076"/>
          <ac:picMkLst>
            <pc:docMk/>
            <pc:sldMk cId="2226021664" sldId="315"/>
            <ac:picMk id="4" creationId="{1D82A3FC-6F53-FB11-05AD-381303C5D8CF}"/>
          </ac:picMkLst>
        </pc:picChg>
        <pc:picChg chg="add mod">
          <ac:chgData name="Antônio Mauro Rezende" userId="6f33afd5-de08-4447-b79d-f45f1a4ab288" providerId="ADAL" clId="{E56C9A6E-AA66-4641-8935-5040D5E38365}" dt="2026-08-06T12:45:22.367" v="3531" actId="1076"/>
          <ac:picMkLst>
            <pc:docMk/>
            <pc:sldMk cId="2226021664" sldId="315"/>
            <ac:picMk id="6" creationId="{BA9CF252-C63A-F011-7642-A5E0B6457E87}"/>
          </ac:picMkLst>
        </pc:picChg>
      </pc:sldChg>
      <pc:sldChg chg="addSp delSp modSp add mod chgLayout">
        <pc:chgData name="Antônio Mauro Rezende" userId="6f33afd5-de08-4447-b79d-f45f1a4ab288" providerId="ADAL" clId="{E56C9A6E-AA66-4641-8935-5040D5E38365}" dt="2026-08-06T12:42:20.552" v="3478" actId="20577"/>
        <pc:sldMkLst>
          <pc:docMk/>
          <pc:sldMk cId="28089775" sldId="316"/>
        </pc:sldMkLst>
        <pc:spChg chg="add mod ord">
          <ac:chgData name="Antônio Mauro Rezende" userId="6f33afd5-de08-4447-b79d-f45f1a4ab288" providerId="ADAL" clId="{E56C9A6E-AA66-4641-8935-5040D5E38365}" dt="2026-08-06T12:42:20.552" v="3478" actId="20577"/>
          <ac:spMkLst>
            <pc:docMk/>
            <pc:sldMk cId="28089775" sldId="316"/>
            <ac:spMk id="2" creationId="{02F3FD1B-E79E-E2C5-DA27-E2717DC34027}"/>
          </ac:spMkLst>
        </pc:spChg>
        <pc:spChg chg="mod ord">
          <ac:chgData name="Antônio Mauro Rezende" userId="6f33afd5-de08-4447-b79d-f45f1a4ab288" providerId="ADAL" clId="{E56C9A6E-AA66-4641-8935-5040D5E38365}" dt="2026-08-06T12:37:53.816" v="3175" actId="700"/>
          <ac:spMkLst>
            <pc:docMk/>
            <pc:sldMk cId="28089775" sldId="316"/>
            <ac:spMk id="5" creationId="{1C81F103-6159-72FF-94A8-4AB61CE87D9A}"/>
          </ac:spMkLst>
        </pc:spChg>
      </pc:sldChg>
      <pc:sldChg chg="addSp modSp add mod">
        <pc:chgData name="Antônio Mauro Rezende" userId="6f33afd5-de08-4447-b79d-f45f1a4ab288" providerId="ADAL" clId="{E56C9A6E-AA66-4641-8935-5040D5E38365}" dt="2026-08-06T12:45:45.359" v="3544" actId="1076"/>
        <pc:sldMkLst>
          <pc:docMk/>
          <pc:sldMk cId="2126067373" sldId="317"/>
        </pc:sldMkLst>
        <pc:spChg chg="mod">
          <ac:chgData name="Antônio Mauro Rezende" userId="6f33afd5-de08-4447-b79d-f45f1a4ab288" providerId="ADAL" clId="{E56C9A6E-AA66-4641-8935-5040D5E38365}" dt="2026-08-06T12:44:14.536" v="3514" actId="20577"/>
          <ac:spMkLst>
            <pc:docMk/>
            <pc:sldMk cId="2126067373" sldId="317"/>
            <ac:spMk id="2" creationId="{90DC4718-81D0-C8B4-A71D-D68401129429}"/>
          </ac:spMkLst>
        </pc:spChg>
        <pc:spChg chg="add mod">
          <ac:chgData name="Antônio Mauro Rezende" userId="6f33afd5-de08-4447-b79d-f45f1a4ab288" providerId="ADAL" clId="{E56C9A6E-AA66-4641-8935-5040D5E38365}" dt="2026-08-06T12:45:45.359" v="3544" actId="1076"/>
          <ac:spMkLst>
            <pc:docMk/>
            <pc:sldMk cId="2126067373" sldId="317"/>
            <ac:spMk id="4" creationId="{CF015ECA-606E-E26A-F28B-6E0C12F2BBE5}"/>
          </ac:spMkLst>
        </pc:spChg>
        <pc:picChg chg="add mod">
          <ac:chgData name="Antônio Mauro Rezende" userId="6f33afd5-de08-4447-b79d-f45f1a4ab288" providerId="ADAL" clId="{E56C9A6E-AA66-4641-8935-5040D5E38365}" dt="2026-08-06T12:44:59.800" v="3517" actId="1076"/>
          <ac:picMkLst>
            <pc:docMk/>
            <pc:sldMk cId="2126067373" sldId="317"/>
            <ac:picMk id="3" creationId="{DCAE24F3-5BD4-3F97-488C-C1D01490301A}"/>
          </ac:picMkLst>
        </pc:picChg>
      </pc:sldChg>
      <pc:sldChg chg="addSp delSp modSp add mod">
        <pc:chgData name="Antônio Mauro Rezende" userId="6f33afd5-de08-4447-b79d-f45f1a4ab288" providerId="ADAL" clId="{E56C9A6E-AA66-4641-8935-5040D5E38365}" dt="2026-08-06T12:49:16.496" v="3571" actId="20577"/>
        <pc:sldMkLst>
          <pc:docMk/>
          <pc:sldMk cId="3470135607" sldId="318"/>
        </pc:sldMkLst>
        <pc:spChg chg="mod">
          <ac:chgData name="Antônio Mauro Rezende" userId="6f33afd5-de08-4447-b79d-f45f1a4ab288" providerId="ADAL" clId="{E56C9A6E-AA66-4641-8935-5040D5E38365}" dt="2026-08-06T12:47:32.367" v="3556" actId="20577"/>
          <ac:spMkLst>
            <pc:docMk/>
            <pc:sldMk cId="3470135607" sldId="318"/>
            <ac:spMk id="5" creationId="{1279158E-87A6-8185-1D06-7C3C4597AB52}"/>
          </ac:spMkLst>
        </pc:spChg>
        <pc:spChg chg="add del mod">
          <ac:chgData name="Antônio Mauro Rezende" userId="6f33afd5-de08-4447-b79d-f45f1a4ab288" providerId="ADAL" clId="{E56C9A6E-AA66-4641-8935-5040D5E38365}" dt="2026-08-06T12:49:16.496" v="3571" actId="20577"/>
          <ac:spMkLst>
            <pc:docMk/>
            <pc:sldMk cId="3470135607" sldId="318"/>
            <ac:spMk id="7" creationId="{37012B80-ED72-996E-7B59-3A5550704919}"/>
          </ac:spMkLst>
        </pc:spChg>
      </pc:sldChg>
      <pc:sldChg chg="addSp delSp modSp add mod">
        <pc:chgData name="Antônio Mauro Rezende" userId="6f33afd5-de08-4447-b79d-f45f1a4ab288" providerId="ADAL" clId="{E56C9A6E-AA66-4641-8935-5040D5E38365}" dt="2026-08-06T12:50:42.110" v="3604" actId="1076"/>
        <pc:sldMkLst>
          <pc:docMk/>
          <pc:sldMk cId="874269777" sldId="319"/>
        </pc:sldMkLst>
        <pc:spChg chg="mod">
          <ac:chgData name="Antônio Mauro Rezende" userId="6f33afd5-de08-4447-b79d-f45f1a4ab288" providerId="ADAL" clId="{E56C9A6E-AA66-4641-8935-5040D5E38365}" dt="2026-08-06T12:49:42.134" v="3583" actId="20577"/>
          <ac:spMkLst>
            <pc:docMk/>
            <pc:sldMk cId="874269777" sldId="319"/>
            <ac:spMk id="5" creationId="{D5996324-2FB5-E05C-38B9-74C6AED79B85}"/>
          </ac:spMkLst>
        </pc:spChg>
        <pc:picChg chg="add mod">
          <ac:chgData name="Antônio Mauro Rezende" userId="6f33afd5-de08-4447-b79d-f45f1a4ab288" providerId="ADAL" clId="{E56C9A6E-AA66-4641-8935-5040D5E38365}" dt="2026-08-06T12:50:42.110" v="3604" actId="1076"/>
          <ac:picMkLst>
            <pc:docMk/>
            <pc:sldMk cId="874269777" sldId="319"/>
            <ac:picMk id="4" creationId="{DE1A87E0-9B85-F755-8282-5923EDF045C2}"/>
          </ac:picMkLst>
        </pc:picChg>
        <pc:picChg chg="add mod">
          <ac:chgData name="Antônio Mauro Rezende" userId="6f33afd5-de08-4447-b79d-f45f1a4ab288" providerId="ADAL" clId="{E56C9A6E-AA66-4641-8935-5040D5E38365}" dt="2026-08-06T12:50:40.685" v="3603" actId="1076"/>
          <ac:picMkLst>
            <pc:docMk/>
            <pc:sldMk cId="874269777" sldId="319"/>
            <ac:picMk id="6" creationId="{FF7A61D3-B39B-6047-C026-C53F9F91328B}"/>
          </ac:picMkLst>
        </pc:picChg>
        <pc:picChg chg="add mod">
          <ac:chgData name="Antônio Mauro Rezende" userId="6f33afd5-de08-4447-b79d-f45f1a4ab288" providerId="ADAL" clId="{E56C9A6E-AA66-4641-8935-5040D5E38365}" dt="2026-08-06T12:50:39.590" v="3602" actId="1076"/>
          <ac:picMkLst>
            <pc:docMk/>
            <pc:sldMk cId="874269777" sldId="319"/>
            <ac:picMk id="8" creationId="{8AD1EC7B-C24C-3369-D006-544DABE2A5AE}"/>
          </ac:picMkLst>
        </pc:picChg>
      </pc:sldChg>
      <pc:sldChg chg="addSp delSp modSp add mod">
        <pc:chgData name="Antônio Mauro Rezende" userId="6f33afd5-de08-4447-b79d-f45f1a4ab288" providerId="ADAL" clId="{E56C9A6E-AA66-4641-8935-5040D5E38365}" dt="2026-08-06T12:51:11.726" v="3624" actId="1076"/>
        <pc:sldMkLst>
          <pc:docMk/>
          <pc:sldMk cId="2629734677" sldId="320"/>
        </pc:sldMkLst>
        <pc:spChg chg="mod">
          <ac:chgData name="Antônio Mauro Rezende" userId="6f33afd5-de08-4447-b79d-f45f1a4ab288" providerId="ADAL" clId="{E56C9A6E-AA66-4641-8935-5040D5E38365}" dt="2026-08-06T12:50:51.230" v="3610" actId="20577"/>
          <ac:spMkLst>
            <pc:docMk/>
            <pc:sldMk cId="2629734677" sldId="320"/>
            <ac:spMk id="5" creationId="{F75EA31E-E20D-7931-038D-F36CF4C04A5C}"/>
          </ac:spMkLst>
        </pc:spChg>
        <pc:picChg chg="add mod">
          <ac:chgData name="Antônio Mauro Rezende" userId="6f33afd5-de08-4447-b79d-f45f1a4ab288" providerId="ADAL" clId="{E56C9A6E-AA66-4641-8935-5040D5E38365}" dt="2026-08-06T12:51:04.999" v="3620" actId="1076"/>
          <ac:picMkLst>
            <pc:docMk/>
            <pc:sldMk cId="2629734677" sldId="320"/>
            <ac:picMk id="2" creationId="{F0450911-687E-05FE-F5EE-EF4F4C107064}"/>
          </ac:picMkLst>
        </pc:picChg>
        <pc:picChg chg="add mod">
          <ac:chgData name="Antônio Mauro Rezende" userId="6f33afd5-de08-4447-b79d-f45f1a4ab288" providerId="ADAL" clId="{E56C9A6E-AA66-4641-8935-5040D5E38365}" dt="2026-08-06T12:51:05.990" v="3621" actId="1076"/>
          <ac:picMkLst>
            <pc:docMk/>
            <pc:sldMk cId="2629734677" sldId="320"/>
            <ac:picMk id="3" creationId="{1791380E-FF55-7194-AC78-D7333AAB1875}"/>
          </ac:picMkLst>
        </pc:picChg>
        <pc:picChg chg="add mod">
          <ac:chgData name="Antônio Mauro Rezende" userId="6f33afd5-de08-4447-b79d-f45f1a4ab288" providerId="ADAL" clId="{E56C9A6E-AA66-4641-8935-5040D5E38365}" dt="2026-08-06T12:51:11.726" v="3624" actId="1076"/>
          <ac:picMkLst>
            <pc:docMk/>
            <pc:sldMk cId="2629734677" sldId="320"/>
            <ac:picMk id="7" creationId="{A3E44CC0-9F8C-BE73-79F3-F6CB17A822C7}"/>
          </ac:picMkLst>
        </pc:picChg>
      </pc:sldChg>
      <pc:sldChg chg="addSp delSp modSp add mod">
        <pc:chgData name="Antônio Mauro Rezende" userId="6f33afd5-de08-4447-b79d-f45f1a4ab288" providerId="ADAL" clId="{E56C9A6E-AA66-4641-8935-5040D5E38365}" dt="2026-08-06T12:52:46.918" v="3714" actId="1076"/>
        <pc:sldMkLst>
          <pc:docMk/>
          <pc:sldMk cId="1749929296" sldId="321"/>
        </pc:sldMkLst>
        <pc:spChg chg="add mod">
          <ac:chgData name="Antônio Mauro Rezende" userId="6f33afd5-de08-4447-b79d-f45f1a4ab288" providerId="ADAL" clId="{E56C9A6E-AA66-4641-8935-5040D5E38365}" dt="2026-08-06T12:52:00.863" v="3701" actId="1076"/>
          <ac:spMkLst>
            <pc:docMk/>
            <pc:sldMk cId="1749929296" sldId="321"/>
            <ac:spMk id="4" creationId="{20854883-6AD6-1FC8-BADD-9EE9870AF025}"/>
          </ac:spMkLst>
        </pc:spChg>
        <pc:spChg chg="mod">
          <ac:chgData name="Antônio Mauro Rezende" userId="6f33afd5-de08-4447-b79d-f45f1a4ab288" providerId="ADAL" clId="{E56C9A6E-AA66-4641-8935-5040D5E38365}" dt="2026-08-06T12:51:27.005" v="3635" actId="20577"/>
          <ac:spMkLst>
            <pc:docMk/>
            <pc:sldMk cId="1749929296" sldId="321"/>
            <ac:spMk id="5" creationId="{37AD54A0-9758-FB5F-EB88-9D6FD907D2B0}"/>
          </ac:spMkLst>
        </pc:spChg>
        <pc:picChg chg="add mod">
          <ac:chgData name="Antônio Mauro Rezende" userId="6f33afd5-de08-4447-b79d-f45f1a4ab288" providerId="ADAL" clId="{E56C9A6E-AA66-4641-8935-5040D5E38365}" dt="2026-08-06T12:52:46.918" v="3714" actId="1076"/>
          <ac:picMkLst>
            <pc:docMk/>
            <pc:sldMk cId="1749929296" sldId="321"/>
            <ac:picMk id="6" creationId="{9645C03D-4C1E-AF56-B8E3-E6F0DA855CC3}"/>
          </ac:picMkLst>
        </pc:picChg>
        <pc:picChg chg="add mod">
          <ac:chgData name="Antônio Mauro Rezende" userId="6f33afd5-de08-4447-b79d-f45f1a4ab288" providerId="ADAL" clId="{E56C9A6E-AA66-4641-8935-5040D5E38365}" dt="2026-08-06T12:52:45.622" v="3713" actId="1076"/>
          <ac:picMkLst>
            <pc:docMk/>
            <pc:sldMk cId="1749929296" sldId="321"/>
            <ac:picMk id="8" creationId="{F8067230-06C8-E990-7A1F-9ADB69E044BC}"/>
          </ac:picMkLst>
        </pc:picChg>
        <pc:picChg chg="add mod">
          <ac:chgData name="Antônio Mauro Rezende" userId="6f33afd5-de08-4447-b79d-f45f1a4ab288" providerId="ADAL" clId="{E56C9A6E-AA66-4641-8935-5040D5E38365}" dt="2026-08-06T12:52:43.109" v="3712" actId="1076"/>
          <ac:picMkLst>
            <pc:docMk/>
            <pc:sldMk cId="1749929296" sldId="321"/>
            <ac:picMk id="9" creationId="{EC443806-3CC7-7AB0-E687-D3310BBB74D0}"/>
          </ac:picMkLst>
        </pc:picChg>
      </pc:sldChg>
      <pc:sldChg chg="addSp delSp modSp add mod">
        <pc:chgData name="Antônio Mauro Rezende" userId="6f33afd5-de08-4447-b79d-f45f1a4ab288" providerId="ADAL" clId="{E56C9A6E-AA66-4641-8935-5040D5E38365}" dt="2026-08-06T12:59:50.100" v="3789" actId="1076"/>
        <pc:sldMkLst>
          <pc:docMk/>
          <pc:sldMk cId="2908372998" sldId="322"/>
        </pc:sldMkLst>
        <pc:spChg chg="mod">
          <ac:chgData name="Antônio Mauro Rezende" userId="6f33afd5-de08-4447-b79d-f45f1a4ab288" providerId="ADAL" clId="{E56C9A6E-AA66-4641-8935-5040D5E38365}" dt="2026-08-06T12:57:44.757" v="3735" actId="1076"/>
          <ac:spMkLst>
            <pc:docMk/>
            <pc:sldMk cId="2908372998" sldId="322"/>
            <ac:spMk id="4" creationId="{BC876B35-575E-B042-5CB9-CAA5A5B71D28}"/>
          </ac:spMkLst>
        </pc:spChg>
        <pc:spChg chg="mod">
          <ac:chgData name="Antônio Mauro Rezende" userId="6f33afd5-de08-4447-b79d-f45f1a4ab288" providerId="ADAL" clId="{E56C9A6E-AA66-4641-8935-5040D5E38365}" dt="2026-08-06T12:57:23.569" v="3719" actId="20577"/>
          <ac:spMkLst>
            <pc:docMk/>
            <pc:sldMk cId="2908372998" sldId="322"/>
            <ac:spMk id="5" creationId="{F4B549F6-D936-2F96-6278-A068BEADD644}"/>
          </ac:spMkLst>
        </pc:spChg>
        <pc:spChg chg="add mod">
          <ac:chgData name="Antônio Mauro Rezende" userId="6f33afd5-de08-4447-b79d-f45f1a4ab288" providerId="ADAL" clId="{E56C9A6E-AA66-4641-8935-5040D5E38365}" dt="2026-08-06T12:59:50.100" v="3789" actId="1076"/>
          <ac:spMkLst>
            <pc:docMk/>
            <pc:sldMk cId="2908372998" sldId="322"/>
            <ac:spMk id="7" creationId="{4B790498-F67B-5F74-1940-1A43056FDDB2}"/>
          </ac:spMkLst>
        </pc:spChg>
        <pc:picChg chg="add mod">
          <ac:chgData name="Antônio Mauro Rezende" userId="6f33afd5-de08-4447-b79d-f45f1a4ab288" providerId="ADAL" clId="{E56C9A6E-AA66-4641-8935-5040D5E38365}" dt="2026-08-06T12:58:16.388" v="3752" actId="1076"/>
          <ac:picMkLst>
            <pc:docMk/>
            <pc:sldMk cId="2908372998" sldId="322"/>
            <ac:picMk id="2" creationId="{707DF9BA-D4AD-4094-24A8-FC824F6774F1}"/>
          </ac:picMkLst>
        </pc:picChg>
        <pc:picChg chg="add mod">
          <ac:chgData name="Antônio Mauro Rezende" userId="6f33afd5-de08-4447-b79d-f45f1a4ab288" providerId="ADAL" clId="{E56C9A6E-AA66-4641-8935-5040D5E38365}" dt="2026-08-06T12:58:13.028" v="3750" actId="1076"/>
          <ac:picMkLst>
            <pc:docMk/>
            <pc:sldMk cId="2908372998" sldId="322"/>
            <ac:picMk id="3" creationId="{DE058AB6-A5FD-3BC9-2F1C-D8A3C8ABFF1F}"/>
          </ac:picMkLst>
        </pc:picChg>
      </pc:sldChg>
      <pc:sldChg chg="addSp delSp modSp add mod">
        <pc:chgData name="Antônio Mauro Rezende" userId="6f33afd5-de08-4447-b79d-f45f1a4ab288" providerId="ADAL" clId="{E56C9A6E-AA66-4641-8935-5040D5E38365}" dt="2026-08-06T13:52:35.349" v="4042" actId="20577"/>
        <pc:sldMkLst>
          <pc:docMk/>
          <pc:sldMk cId="662814868" sldId="323"/>
        </pc:sldMkLst>
        <pc:spChg chg="mod">
          <ac:chgData name="Antônio Mauro Rezende" userId="6f33afd5-de08-4447-b79d-f45f1a4ab288" providerId="ADAL" clId="{E56C9A6E-AA66-4641-8935-5040D5E38365}" dt="2026-08-06T12:59:28.460" v="3764" actId="20577"/>
          <ac:spMkLst>
            <pc:docMk/>
            <pc:sldMk cId="662814868" sldId="323"/>
            <ac:spMk id="5" creationId="{FCFEADBA-7C28-D310-68C5-DFE14160C0FB}"/>
          </ac:spMkLst>
        </pc:spChg>
        <pc:spChg chg="add mod">
          <ac:chgData name="Antônio Mauro Rezende" userId="6f33afd5-de08-4447-b79d-f45f1a4ab288" providerId="ADAL" clId="{E56C9A6E-AA66-4641-8935-5040D5E38365}" dt="2026-08-06T13:47:51.052" v="3806" actId="404"/>
          <ac:spMkLst>
            <pc:docMk/>
            <pc:sldMk cId="662814868" sldId="323"/>
            <ac:spMk id="8" creationId="{F054C543-2754-006E-557C-6212610BEFBC}"/>
          </ac:spMkLst>
        </pc:spChg>
        <pc:spChg chg="add mod">
          <ac:chgData name="Antônio Mauro Rezende" userId="6f33afd5-de08-4447-b79d-f45f1a4ab288" providerId="ADAL" clId="{E56C9A6E-AA66-4641-8935-5040D5E38365}" dt="2026-08-06T13:52:35.349" v="4042" actId="20577"/>
          <ac:spMkLst>
            <pc:docMk/>
            <pc:sldMk cId="662814868" sldId="323"/>
            <ac:spMk id="9" creationId="{9D8E72E9-3F88-2848-9CC1-1C5379394072}"/>
          </ac:spMkLst>
        </pc:spChg>
        <pc:picChg chg="add mod">
          <ac:chgData name="Antônio Mauro Rezende" userId="6f33afd5-de08-4447-b79d-f45f1a4ab288" providerId="ADAL" clId="{E56C9A6E-AA66-4641-8935-5040D5E38365}" dt="2026-08-06T13:47:15.643" v="3794" actId="1076"/>
          <ac:picMkLst>
            <pc:docMk/>
            <pc:sldMk cId="662814868" sldId="323"/>
            <ac:picMk id="6" creationId="{E22F4269-6406-9ED5-6149-0634A0815C34}"/>
          </ac:picMkLst>
        </pc:picChg>
      </pc:sldChg>
      <pc:sldChg chg="addSp delSp modSp add mod">
        <pc:chgData name="Antônio Mauro Rezende" userId="6f33afd5-de08-4447-b79d-f45f1a4ab288" providerId="ADAL" clId="{E56C9A6E-AA66-4641-8935-5040D5E38365}" dt="2026-08-06T13:58:07.664" v="4054" actId="1076"/>
        <pc:sldMkLst>
          <pc:docMk/>
          <pc:sldMk cId="490828027" sldId="324"/>
        </pc:sldMkLst>
        <pc:spChg chg="mod">
          <ac:chgData name="Antônio Mauro Rezende" userId="6f33afd5-de08-4447-b79d-f45f1a4ab288" providerId="ADAL" clId="{E56C9A6E-AA66-4641-8935-5040D5E38365}" dt="2026-08-06T13:58:07.664" v="4054" actId="1076"/>
          <ac:spMkLst>
            <pc:docMk/>
            <pc:sldMk cId="490828027" sldId="324"/>
            <ac:spMk id="8" creationId="{A4EC8FB2-6516-F2BA-BE78-BD1416397610}"/>
          </ac:spMkLst>
        </pc:spChg>
        <pc:picChg chg="add mod">
          <ac:chgData name="Antônio Mauro Rezende" userId="6f33afd5-de08-4447-b79d-f45f1a4ab288" providerId="ADAL" clId="{E56C9A6E-AA66-4641-8935-5040D5E38365}" dt="2026-08-06T13:58:03.152" v="4053" actId="14100"/>
          <ac:picMkLst>
            <pc:docMk/>
            <pc:sldMk cId="490828027" sldId="324"/>
            <ac:picMk id="2" creationId="{D7E48526-13D8-231F-F2AA-A7583205F2FE}"/>
          </ac:picMkLst>
        </pc:picChg>
      </pc:sldChg>
      <pc:sldChg chg="addSp delSp modSp add mod">
        <pc:chgData name="Antônio Mauro Rezende" userId="6f33afd5-de08-4447-b79d-f45f1a4ab288" providerId="ADAL" clId="{E56C9A6E-AA66-4641-8935-5040D5E38365}" dt="2026-08-06T14:07:40.287" v="4066" actId="1076"/>
        <pc:sldMkLst>
          <pc:docMk/>
          <pc:sldMk cId="2490862590" sldId="325"/>
        </pc:sldMkLst>
        <pc:spChg chg="mod">
          <ac:chgData name="Antônio Mauro Rezende" userId="6f33afd5-de08-4447-b79d-f45f1a4ab288" providerId="ADAL" clId="{E56C9A6E-AA66-4641-8935-5040D5E38365}" dt="2026-08-06T14:03:42.768" v="4058" actId="20577"/>
          <ac:spMkLst>
            <pc:docMk/>
            <pc:sldMk cId="2490862590" sldId="325"/>
            <ac:spMk id="5" creationId="{7BE08021-DDD5-484A-6C45-42E9B63FA056}"/>
          </ac:spMkLst>
        </pc:spChg>
        <pc:picChg chg="add mod">
          <ac:chgData name="Antônio Mauro Rezende" userId="6f33afd5-de08-4447-b79d-f45f1a4ab288" providerId="ADAL" clId="{E56C9A6E-AA66-4641-8935-5040D5E38365}" dt="2026-08-06T14:07:40.287" v="4066" actId="1076"/>
          <ac:picMkLst>
            <pc:docMk/>
            <pc:sldMk cId="2490862590" sldId="325"/>
            <ac:picMk id="3" creationId="{070BCB5F-3CD5-43C2-14A6-2B21FC38339C}"/>
          </ac:picMkLst>
        </pc:picChg>
      </pc:sldChg>
      <pc:sldChg chg="addSp delSp modSp add mod">
        <pc:chgData name="Antônio Mauro Rezende" userId="6f33afd5-de08-4447-b79d-f45f1a4ab288" providerId="ADAL" clId="{E56C9A6E-AA66-4641-8935-5040D5E38365}" dt="2026-08-06T14:08:41.646" v="4077" actId="1076"/>
        <pc:sldMkLst>
          <pc:docMk/>
          <pc:sldMk cId="2377278771" sldId="326"/>
        </pc:sldMkLst>
        <pc:spChg chg="mod">
          <ac:chgData name="Antônio Mauro Rezende" userId="6f33afd5-de08-4447-b79d-f45f1a4ab288" providerId="ADAL" clId="{E56C9A6E-AA66-4641-8935-5040D5E38365}" dt="2026-08-06T14:08:10.894" v="4070"/>
          <ac:spMkLst>
            <pc:docMk/>
            <pc:sldMk cId="2377278771" sldId="326"/>
            <ac:spMk id="8" creationId="{754D338B-5B5C-776B-1D87-1036C5C0D970}"/>
          </ac:spMkLst>
        </pc:spChg>
        <pc:picChg chg="add mod">
          <ac:chgData name="Antônio Mauro Rezende" userId="6f33afd5-de08-4447-b79d-f45f1a4ab288" providerId="ADAL" clId="{E56C9A6E-AA66-4641-8935-5040D5E38365}" dt="2026-08-06T14:08:41.646" v="4077" actId="1076"/>
          <ac:picMkLst>
            <pc:docMk/>
            <pc:sldMk cId="2377278771" sldId="326"/>
            <ac:picMk id="4" creationId="{032E11F5-75D6-9CDD-D55C-5A30D6D4D6E3}"/>
          </ac:picMkLst>
        </pc:picChg>
      </pc:sldChg>
      <pc:sldChg chg="addSp delSp modSp add mod">
        <pc:chgData name="Antônio Mauro Rezende" userId="6f33afd5-de08-4447-b79d-f45f1a4ab288" providerId="ADAL" clId="{E56C9A6E-AA66-4641-8935-5040D5E38365}" dt="2026-08-06T14:15:29.525" v="4091" actId="1076"/>
        <pc:sldMkLst>
          <pc:docMk/>
          <pc:sldMk cId="2419998889" sldId="327"/>
        </pc:sldMkLst>
        <pc:spChg chg="mod">
          <ac:chgData name="Antônio Mauro Rezende" userId="6f33afd5-de08-4447-b79d-f45f1a4ab288" providerId="ADAL" clId="{E56C9A6E-AA66-4641-8935-5040D5E38365}" dt="2026-08-06T14:15:24.533" v="4090" actId="1076"/>
          <ac:spMkLst>
            <pc:docMk/>
            <pc:sldMk cId="2419998889" sldId="327"/>
            <ac:spMk id="4" creationId="{6BB53979-C521-3701-DAC9-AC94269D5776}"/>
          </ac:spMkLst>
        </pc:spChg>
        <pc:picChg chg="add mod">
          <ac:chgData name="Antônio Mauro Rezende" userId="6f33afd5-de08-4447-b79d-f45f1a4ab288" providerId="ADAL" clId="{E56C9A6E-AA66-4641-8935-5040D5E38365}" dt="2026-08-06T14:15:01.702" v="4084" actId="1076"/>
          <ac:picMkLst>
            <pc:docMk/>
            <pc:sldMk cId="2419998889" sldId="327"/>
            <ac:picMk id="8" creationId="{84F1B4E2-E092-C3A7-5362-B92F14B5B78A}"/>
          </ac:picMkLst>
        </pc:picChg>
        <pc:picChg chg="add mod">
          <ac:chgData name="Antônio Mauro Rezende" userId="6f33afd5-de08-4447-b79d-f45f1a4ab288" providerId="ADAL" clId="{E56C9A6E-AA66-4641-8935-5040D5E38365}" dt="2026-08-06T14:15:29.525" v="4091" actId="1076"/>
          <ac:picMkLst>
            <pc:docMk/>
            <pc:sldMk cId="2419998889" sldId="327"/>
            <ac:picMk id="9" creationId="{6C06A51D-5A18-8A7A-0E5D-89285ED30F57}"/>
          </ac:picMkLst>
        </pc:picChg>
      </pc:sldChg>
      <pc:sldChg chg="addSp delSp modSp add mod">
        <pc:chgData name="Antônio Mauro Rezende" userId="6f33afd5-de08-4447-b79d-f45f1a4ab288" providerId="ADAL" clId="{E56C9A6E-AA66-4641-8935-5040D5E38365}" dt="2026-08-06T14:16:45.583" v="4117" actId="1076"/>
        <pc:sldMkLst>
          <pc:docMk/>
          <pc:sldMk cId="1974685350" sldId="328"/>
        </pc:sldMkLst>
        <pc:spChg chg="mod">
          <ac:chgData name="Antônio Mauro Rezende" userId="6f33afd5-de08-4447-b79d-f45f1a4ab288" providerId="ADAL" clId="{E56C9A6E-AA66-4641-8935-5040D5E38365}" dt="2026-08-06T14:16:02.894" v="4097" actId="20577"/>
          <ac:spMkLst>
            <pc:docMk/>
            <pc:sldMk cId="1974685350" sldId="328"/>
            <ac:spMk id="5" creationId="{05353A58-755D-DB79-70D5-12F577D9ACD0}"/>
          </ac:spMkLst>
        </pc:spChg>
        <pc:spChg chg="mod">
          <ac:chgData name="Antônio Mauro Rezende" userId="6f33afd5-de08-4447-b79d-f45f1a4ab288" providerId="ADAL" clId="{E56C9A6E-AA66-4641-8935-5040D5E38365}" dt="2026-08-06T14:16:45.583" v="4117" actId="1076"/>
          <ac:spMkLst>
            <pc:docMk/>
            <pc:sldMk cId="1974685350" sldId="328"/>
            <ac:spMk id="8" creationId="{434A80BF-28C3-3794-A167-0C2C8C1842F1}"/>
          </ac:spMkLst>
        </pc:spChg>
        <pc:picChg chg="add mod">
          <ac:chgData name="Antônio Mauro Rezende" userId="6f33afd5-de08-4447-b79d-f45f1a4ab288" providerId="ADAL" clId="{E56C9A6E-AA66-4641-8935-5040D5E38365}" dt="2026-08-06T14:16:32.750" v="4115" actId="14100"/>
          <ac:picMkLst>
            <pc:docMk/>
            <pc:sldMk cId="1974685350" sldId="328"/>
            <ac:picMk id="2" creationId="{7F3319EE-053D-2C33-A849-0568CE11CA09}"/>
          </ac:picMkLst>
        </pc:picChg>
        <pc:picChg chg="add mod">
          <ac:chgData name="Antônio Mauro Rezende" userId="6f33afd5-de08-4447-b79d-f45f1a4ab288" providerId="ADAL" clId="{E56C9A6E-AA66-4641-8935-5040D5E38365}" dt="2026-08-06T14:16:23.455" v="4113" actId="1076"/>
          <ac:picMkLst>
            <pc:docMk/>
            <pc:sldMk cId="1974685350" sldId="328"/>
            <ac:picMk id="6" creationId="{230C2D07-87A2-4278-4B66-6389F602D617}"/>
          </ac:picMkLst>
        </pc:picChg>
      </pc:sldChg>
      <pc:sldChg chg="addSp delSp modSp add mod chgLayout">
        <pc:chgData name="Antônio Mauro Rezende" userId="6f33afd5-de08-4447-b79d-f45f1a4ab288" providerId="ADAL" clId="{E56C9A6E-AA66-4641-8935-5040D5E38365}" dt="2026-08-06T14:34:54.858" v="4319"/>
        <pc:sldMkLst>
          <pc:docMk/>
          <pc:sldMk cId="2822470151" sldId="329"/>
        </pc:sldMkLst>
        <pc:spChg chg="add mod ord">
          <ac:chgData name="Antônio Mauro Rezende" userId="6f33afd5-de08-4447-b79d-f45f1a4ab288" providerId="ADAL" clId="{E56C9A6E-AA66-4641-8935-5040D5E38365}" dt="2026-08-06T14:20:34.406" v="4313" actId="20577"/>
          <ac:spMkLst>
            <pc:docMk/>
            <pc:sldMk cId="2822470151" sldId="329"/>
            <ac:spMk id="3" creationId="{02A0D32A-550F-EA5F-5391-854022FFF66C}"/>
          </ac:spMkLst>
        </pc:spChg>
        <pc:spChg chg="mod ord">
          <ac:chgData name="Antônio Mauro Rezende" userId="6f33afd5-de08-4447-b79d-f45f1a4ab288" providerId="ADAL" clId="{E56C9A6E-AA66-4641-8935-5040D5E38365}" dt="2026-08-06T14:19:43.382" v="4197" actId="20577"/>
          <ac:spMkLst>
            <pc:docMk/>
            <pc:sldMk cId="2822470151" sldId="329"/>
            <ac:spMk id="5" creationId="{03F467D2-264C-1B38-2EDB-61F14C57EC10}"/>
          </ac:spMkLst>
        </pc:spChg>
        <pc:picChg chg="add mod">
          <ac:chgData name="Antônio Mauro Rezende" userId="6f33afd5-de08-4447-b79d-f45f1a4ab288" providerId="ADAL" clId="{E56C9A6E-AA66-4641-8935-5040D5E38365}" dt="2026-08-06T14:34:54.297" v="4317" actId="1076"/>
          <ac:picMkLst>
            <pc:docMk/>
            <pc:sldMk cId="2822470151" sldId="329"/>
            <ac:picMk id="7" creationId="{C032DB00-32B6-31E0-F258-4D61E3CD8DEF}"/>
          </ac:picMkLst>
        </pc:picChg>
      </pc:sldChg>
      <pc:sldChg chg="modSp add mod">
        <pc:chgData name="Antônio Mauro Rezende" userId="6f33afd5-de08-4447-b79d-f45f1a4ab288" providerId="ADAL" clId="{E56C9A6E-AA66-4641-8935-5040D5E38365}" dt="2026-08-06T14:37:15.177" v="4328" actId="1076"/>
        <pc:sldMkLst>
          <pc:docMk/>
          <pc:sldMk cId="3848309577" sldId="330"/>
        </pc:sldMkLst>
        <pc:spChg chg="mod">
          <ac:chgData name="Antônio Mauro Rezende" userId="6f33afd5-de08-4447-b79d-f45f1a4ab288" providerId="ADAL" clId="{E56C9A6E-AA66-4641-8935-5040D5E38365}" dt="2026-08-06T14:37:11.473" v="4327" actId="404"/>
          <ac:spMkLst>
            <pc:docMk/>
            <pc:sldMk cId="3848309577" sldId="330"/>
            <ac:spMk id="3" creationId="{2CF7BBBA-731D-E21C-5C27-A5A569929EBF}"/>
          </ac:spMkLst>
        </pc:spChg>
        <pc:picChg chg="mod">
          <ac:chgData name="Antônio Mauro Rezende" userId="6f33afd5-de08-4447-b79d-f45f1a4ab288" providerId="ADAL" clId="{E56C9A6E-AA66-4641-8935-5040D5E38365}" dt="2026-08-06T14:37:15.177" v="4328" actId="1076"/>
          <ac:picMkLst>
            <pc:docMk/>
            <pc:sldMk cId="3848309577" sldId="330"/>
            <ac:picMk id="7" creationId="{1E6D6EA4-513F-7A0E-D8D5-881A21BF45D7}"/>
          </ac:picMkLst>
        </pc:picChg>
      </pc:sldChg>
      <pc:sldChg chg="delSp modSp add mod">
        <pc:chgData name="Antônio Mauro Rezende" userId="6f33afd5-de08-4447-b79d-f45f1a4ab288" providerId="ADAL" clId="{E56C9A6E-AA66-4641-8935-5040D5E38365}" dt="2026-08-06T16:06:23.585" v="4490" actId="20577"/>
        <pc:sldMkLst>
          <pc:docMk/>
          <pc:sldMk cId="3874979231" sldId="331"/>
        </pc:sldMkLst>
        <pc:spChg chg="mod">
          <ac:chgData name="Antônio Mauro Rezende" userId="6f33afd5-de08-4447-b79d-f45f1a4ab288" providerId="ADAL" clId="{E56C9A6E-AA66-4641-8935-5040D5E38365}" dt="2026-08-06T16:06:23.585" v="4490" actId="20577"/>
          <ac:spMkLst>
            <pc:docMk/>
            <pc:sldMk cId="3874979231" sldId="331"/>
            <ac:spMk id="3" creationId="{BECE706E-9CCE-95E7-17A0-A7A3776CD461}"/>
          </ac:spMkLst>
        </pc:spChg>
      </pc:sldChg>
      <pc:sldChg chg="addSp modSp add mod">
        <pc:chgData name="Antônio Mauro Rezende" userId="6f33afd5-de08-4447-b79d-f45f1a4ab288" providerId="ADAL" clId="{E56C9A6E-AA66-4641-8935-5040D5E38365}" dt="2026-08-06T16:09:24.838" v="4571" actId="1076"/>
        <pc:sldMkLst>
          <pc:docMk/>
          <pc:sldMk cId="2498461200" sldId="332"/>
        </pc:sldMkLst>
        <pc:spChg chg="mod">
          <ac:chgData name="Antônio Mauro Rezende" userId="6f33afd5-de08-4447-b79d-f45f1a4ab288" providerId="ADAL" clId="{E56C9A6E-AA66-4641-8935-5040D5E38365}" dt="2026-08-06T16:08:53.190" v="4553" actId="27636"/>
          <ac:spMkLst>
            <pc:docMk/>
            <pc:sldMk cId="2498461200" sldId="332"/>
            <ac:spMk id="3" creationId="{F7C8DB6B-9D36-BB8B-2BD1-119B671D093B}"/>
          </ac:spMkLst>
        </pc:spChg>
        <pc:spChg chg="add mod">
          <ac:chgData name="Antônio Mauro Rezende" userId="6f33afd5-de08-4447-b79d-f45f1a4ab288" providerId="ADAL" clId="{E56C9A6E-AA66-4641-8935-5040D5E38365}" dt="2026-08-06T16:09:24.838" v="4571" actId="1076"/>
          <ac:spMkLst>
            <pc:docMk/>
            <pc:sldMk cId="2498461200" sldId="332"/>
            <ac:spMk id="4" creationId="{C25E476C-D5D1-0368-B53B-95E50D8103AA}"/>
          </ac:spMkLst>
        </pc:spChg>
        <pc:picChg chg="add mod">
          <ac:chgData name="Antônio Mauro Rezende" userId="6f33afd5-de08-4447-b79d-f45f1a4ab288" providerId="ADAL" clId="{E56C9A6E-AA66-4641-8935-5040D5E38365}" dt="2026-08-06T16:09:03.646" v="4558" actId="14100"/>
          <ac:picMkLst>
            <pc:docMk/>
            <pc:sldMk cId="2498461200" sldId="332"/>
            <ac:picMk id="2" creationId="{C640013E-1465-FB6F-47EF-5FE0E30CA3A5}"/>
          </ac:picMkLst>
        </pc:picChg>
      </pc:sldChg>
      <pc:sldChg chg="addSp delSp modSp add mod">
        <pc:chgData name="Antônio Mauro Rezende" userId="6f33afd5-de08-4447-b79d-f45f1a4ab288" providerId="ADAL" clId="{E56C9A6E-AA66-4641-8935-5040D5E38365}" dt="2026-08-06T16:35:29.484" v="4661" actId="404"/>
        <pc:sldMkLst>
          <pc:docMk/>
          <pc:sldMk cId="359493063" sldId="333"/>
        </pc:sldMkLst>
        <pc:spChg chg="add mod">
          <ac:chgData name="Antônio Mauro Rezende" userId="6f33afd5-de08-4447-b79d-f45f1a4ab288" providerId="ADAL" clId="{E56C9A6E-AA66-4641-8935-5040D5E38365}" dt="2026-08-06T16:35:29.484" v="4661" actId="404"/>
          <ac:spMkLst>
            <pc:docMk/>
            <pc:sldMk cId="359493063" sldId="333"/>
            <ac:spMk id="9" creationId="{F15CD3B8-884E-98F6-DBD2-E6A3DC5848A4}"/>
          </ac:spMkLst>
        </pc:spChg>
        <pc:picChg chg="add mod">
          <ac:chgData name="Antônio Mauro Rezende" userId="6f33afd5-de08-4447-b79d-f45f1a4ab288" providerId="ADAL" clId="{E56C9A6E-AA66-4641-8935-5040D5E38365}" dt="2026-08-06T16:35:08.122" v="4647" actId="1076"/>
          <ac:picMkLst>
            <pc:docMk/>
            <pc:sldMk cId="359493063" sldId="333"/>
            <ac:picMk id="8" creationId="{F2A6C620-D19D-8866-29E4-A53212204B13}"/>
          </ac:picMkLst>
        </pc:picChg>
      </pc:sldChg>
      <pc:sldChg chg="addSp delSp modSp add mod">
        <pc:chgData name="Antônio Mauro Rezende" userId="6f33afd5-de08-4447-b79d-f45f1a4ab288" providerId="ADAL" clId="{E56C9A6E-AA66-4641-8935-5040D5E38365}" dt="2026-08-06T16:48:20.582" v="4679" actId="1076"/>
        <pc:sldMkLst>
          <pc:docMk/>
          <pc:sldMk cId="1527896234" sldId="334"/>
        </pc:sldMkLst>
        <pc:spChg chg="mod">
          <ac:chgData name="Antônio Mauro Rezende" userId="6f33afd5-de08-4447-b79d-f45f1a4ab288" providerId="ADAL" clId="{E56C9A6E-AA66-4641-8935-5040D5E38365}" dt="2026-08-06T16:48:20.582" v="4679" actId="1076"/>
          <ac:spMkLst>
            <pc:docMk/>
            <pc:sldMk cId="1527896234" sldId="334"/>
            <ac:spMk id="9" creationId="{D96C173F-7591-E67C-F231-F594AD177CDC}"/>
          </ac:spMkLst>
        </pc:spChg>
        <pc:picChg chg="add mod">
          <ac:chgData name="Antônio Mauro Rezende" userId="6f33afd5-de08-4447-b79d-f45f1a4ab288" providerId="ADAL" clId="{E56C9A6E-AA66-4641-8935-5040D5E38365}" dt="2026-08-06T16:48:18.399" v="4678" actId="1076"/>
          <ac:picMkLst>
            <pc:docMk/>
            <pc:sldMk cId="1527896234" sldId="334"/>
            <ac:picMk id="3" creationId="{5A71CF85-6435-4ADC-B6B3-B64AAE066774}"/>
          </ac:picMkLst>
        </pc:picChg>
      </pc:sldChg>
      <pc:sldChg chg="addSp delSp modSp add mod ord">
        <pc:chgData name="Antônio Mauro Rezende" userId="6f33afd5-de08-4447-b79d-f45f1a4ab288" providerId="ADAL" clId="{E56C9A6E-AA66-4641-8935-5040D5E38365}" dt="2026-08-06T18:38:56.988" v="5101"/>
        <pc:sldMkLst>
          <pc:docMk/>
          <pc:sldMk cId="1173941591" sldId="335"/>
        </pc:sldMkLst>
        <pc:spChg chg="mod">
          <ac:chgData name="Antônio Mauro Rezende" userId="6f33afd5-de08-4447-b79d-f45f1a4ab288" providerId="ADAL" clId="{E56C9A6E-AA66-4641-8935-5040D5E38365}" dt="2026-08-06T18:38:56.988" v="5101"/>
          <ac:spMkLst>
            <pc:docMk/>
            <pc:sldMk cId="1173941591" sldId="335"/>
            <ac:spMk id="5" creationId="{2E42D742-47DB-6391-3E1C-CE2C4EB91B81}"/>
          </ac:spMkLst>
        </pc:spChg>
        <pc:spChg chg="mod">
          <ac:chgData name="Antônio Mauro Rezende" userId="6f33afd5-de08-4447-b79d-f45f1a4ab288" providerId="ADAL" clId="{E56C9A6E-AA66-4641-8935-5040D5E38365}" dt="2026-08-06T18:38:10.026" v="5100" actId="1076"/>
          <ac:spMkLst>
            <pc:docMk/>
            <pc:sldMk cId="1173941591" sldId="335"/>
            <ac:spMk id="9" creationId="{53486F26-7A83-D39D-8231-C49CC548DCA3}"/>
          </ac:spMkLst>
        </pc:spChg>
        <pc:picChg chg="add mod">
          <ac:chgData name="Antônio Mauro Rezende" userId="6f33afd5-de08-4447-b79d-f45f1a4ab288" providerId="ADAL" clId="{E56C9A6E-AA66-4641-8935-5040D5E38365}" dt="2026-08-06T16:54:48.198" v="4697" actId="1076"/>
          <ac:picMkLst>
            <pc:docMk/>
            <pc:sldMk cId="1173941591" sldId="335"/>
            <ac:picMk id="2" creationId="{AF8F2965-AF41-9188-AF38-EB37C629EC80}"/>
          </ac:picMkLst>
        </pc:picChg>
      </pc:sldChg>
      <pc:sldChg chg="addSp delSp modSp add mod chgLayout">
        <pc:chgData name="Antônio Mauro Rezende" userId="6f33afd5-de08-4447-b79d-f45f1a4ab288" providerId="ADAL" clId="{E56C9A6E-AA66-4641-8935-5040D5E38365}" dt="2026-08-06T17:17:49.346" v="4927" actId="20577"/>
        <pc:sldMkLst>
          <pc:docMk/>
          <pc:sldMk cId="2103252922" sldId="336"/>
        </pc:sldMkLst>
        <pc:spChg chg="add mod ord">
          <ac:chgData name="Antônio Mauro Rezende" userId="6f33afd5-de08-4447-b79d-f45f1a4ab288" providerId="ADAL" clId="{E56C9A6E-AA66-4641-8935-5040D5E38365}" dt="2026-08-06T17:17:49.346" v="4927" actId="20577"/>
          <ac:spMkLst>
            <pc:docMk/>
            <pc:sldMk cId="2103252922" sldId="336"/>
            <ac:spMk id="2" creationId="{0341C777-80A8-4916-7236-AC4B420B41AF}"/>
          </ac:spMkLst>
        </pc:spChg>
        <pc:spChg chg="mod ord">
          <ac:chgData name="Antônio Mauro Rezende" userId="6f33afd5-de08-4447-b79d-f45f1a4ab288" providerId="ADAL" clId="{E56C9A6E-AA66-4641-8935-5040D5E38365}" dt="2026-08-06T16:59:17.459" v="4706" actId="700"/>
          <ac:spMkLst>
            <pc:docMk/>
            <pc:sldMk cId="2103252922" sldId="336"/>
            <ac:spMk id="5" creationId="{1DFD1EFC-020C-3F3A-D2B8-33F1CE18F156}"/>
          </ac:spMkLst>
        </pc:spChg>
        <pc:spChg chg="add mod">
          <ac:chgData name="Antônio Mauro Rezende" userId="6f33afd5-de08-4447-b79d-f45f1a4ab288" providerId="ADAL" clId="{E56C9A6E-AA66-4641-8935-5040D5E38365}" dt="2026-08-06T17:14:42.500" v="4887" actId="1076"/>
          <ac:spMkLst>
            <pc:docMk/>
            <pc:sldMk cId="2103252922" sldId="336"/>
            <ac:spMk id="7" creationId="{BFF7BD0A-BF70-344B-4463-862156FEA99E}"/>
          </ac:spMkLst>
        </pc:spChg>
        <pc:picChg chg="add mod">
          <ac:chgData name="Antônio Mauro Rezende" userId="6f33afd5-de08-4447-b79d-f45f1a4ab288" providerId="ADAL" clId="{E56C9A6E-AA66-4641-8935-5040D5E38365}" dt="2026-08-06T17:14:28.827" v="4879" actId="1076"/>
          <ac:picMkLst>
            <pc:docMk/>
            <pc:sldMk cId="2103252922" sldId="336"/>
            <ac:picMk id="4" creationId="{EC31A26F-BB55-FF33-2D1C-0F53ADF331F4}"/>
          </ac:picMkLst>
        </pc:picChg>
        <pc:picChg chg="add mod">
          <ac:chgData name="Antônio Mauro Rezende" userId="6f33afd5-de08-4447-b79d-f45f1a4ab288" providerId="ADAL" clId="{E56C9A6E-AA66-4641-8935-5040D5E38365}" dt="2026-08-06T17:14:36.180" v="4884" actId="1076"/>
          <ac:picMkLst>
            <pc:docMk/>
            <pc:sldMk cId="2103252922" sldId="336"/>
            <ac:picMk id="6" creationId="{04D71DE0-60A3-8C1E-ADD7-549E55473CF3}"/>
          </ac:picMkLst>
        </pc:picChg>
      </pc:sldChg>
      <pc:sldChg chg="addSp delSp modSp add mod">
        <pc:chgData name="Antônio Mauro Rezende" userId="6f33afd5-de08-4447-b79d-f45f1a4ab288" providerId="ADAL" clId="{E56C9A6E-AA66-4641-8935-5040D5E38365}" dt="2026-08-06T18:27:22.019" v="5032" actId="20577"/>
        <pc:sldMkLst>
          <pc:docMk/>
          <pc:sldMk cId="811697590" sldId="337"/>
        </pc:sldMkLst>
        <pc:spChg chg="mod">
          <ac:chgData name="Antônio Mauro Rezende" userId="6f33afd5-de08-4447-b79d-f45f1a4ab288" providerId="ADAL" clId="{E56C9A6E-AA66-4641-8935-5040D5E38365}" dt="2026-08-06T18:27:22.019" v="5032" actId="20577"/>
          <ac:spMkLst>
            <pc:docMk/>
            <pc:sldMk cId="811697590" sldId="337"/>
            <ac:spMk id="2" creationId="{ADCF531E-5557-2D66-C985-AC7C931B5FD0}"/>
          </ac:spMkLst>
        </pc:spChg>
        <pc:spChg chg="add mod">
          <ac:chgData name="Antônio Mauro Rezende" userId="6f33afd5-de08-4447-b79d-f45f1a4ab288" providerId="ADAL" clId="{E56C9A6E-AA66-4641-8935-5040D5E38365}" dt="2026-08-06T18:24:50.692" v="4995" actId="1076"/>
          <ac:spMkLst>
            <pc:docMk/>
            <pc:sldMk cId="811697590" sldId="337"/>
            <ac:spMk id="8" creationId="{5A7DF0BD-BE6E-4238-81C9-59E285B1AEA5}"/>
          </ac:spMkLst>
        </pc:spChg>
        <pc:spChg chg="add mod">
          <ac:chgData name="Antônio Mauro Rezende" userId="6f33afd5-de08-4447-b79d-f45f1a4ab288" providerId="ADAL" clId="{E56C9A6E-AA66-4641-8935-5040D5E38365}" dt="2026-08-06T18:26:52.944" v="5009"/>
          <ac:spMkLst>
            <pc:docMk/>
            <pc:sldMk cId="811697590" sldId="337"/>
            <ac:spMk id="11" creationId="{BCCE1830-89F8-B591-AD01-A7A17C8E04FF}"/>
          </ac:spMkLst>
        </pc:spChg>
        <pc:spChg chg="add mod">
          <ac:chgData name="Antônio Mauro Rezende" userId="6f33afd5-de08-4447-b79d-f45f1a4ab288" providerId="ADAL" clId="{E56C9A6E-AA66-4641-8935-5040D5E38365}" dt="2026-08-06T18:27:09.915" v="5019" actId="1076"/>
          <ac:spMkLst>
            <pc:docMk/>
            <pc:sldMk cId="811697590" sldId="337"/>
            <ac:spMk id="15" creationId="{48DED272-0653-5ED0-18CE-295B206927F6}"/>
          </ac:spMkLst>
        </pc:spChg>
        <pc:picChg chg="add mod">
          <ac:chgData name="Antônio Mauro Rezende" userId="6f33afd5-de08-4447-b79d-f45f1a4ab288" providerId="ADAL" clId="{E56C9A6E-AA66-4641-8935-5040D5E38365}" dt="2026-08-06T18:26:46.948" v="5006" actId="14100"/>
          <ac:picMkLst>
            <pc:docMk/>
            <pc:sldMk cId="811697590" sldId="337"/>
            <ac:picMk id="3" creationId="{DB3A5733-BC06-CC67-9DD1-0A9631E55F0B}"/>
          </ac:picMkLst>
        </pc:picChg>
        <pc:picChg chg="add mod">
          <ac:chgData name="Antônio Mauro Rezende" userId="6f33afd5-de08-4447-b79d-f45f1a4ab288" providerId="ADAL" clId="{E56C9A6E-AA66-4641-8935-5040D5E38365}" dt="2026-08-06T18:26:48.643" v="5007" actId="1076"/>
          <ac:picMkLst>
            <pc:docMk/>
            <pc:sldMk cId="811697590" sldId="337"/>
            <ac:picMk id="12" creationId="{F2219F23-ECB0-FF34-081E-9CCF60D04B2A}"/>
          </ac:picMkLst>
        </pc:picChg>
        <pc:picChg chg="add mod">
          <ac:chgData name="Antônio Mauro Rezende" userId="6f33afd5-de08-4447-b79d-f45f1a4ab288" providerId="ADAL" clId="{E56C9A6E-AA66-4641-8935-5040D5E38365}" dt="2026-08-06T18:26:41.996" v="5004" actId="14100"/>
          <ac:picMkLst>
            <pc:docMk/>
            <pc:sldMk cId="811697590" sldId="337"/>
            <ac:picMk id="13" creationId="{3DEDB40A-F224-5383-4D1A-6DB79F649C61}"/>
          </ac:picMkLst>
        </pc:picChg>
      </pc:sldChg>
      <pc:sldChg chg="delSp modSp add mod chgLayout">
        <pc:chgData name="Antônio Mauro Rezende" userId="6f33afd5-de08-4447-b79d-f45f1a4ab288" providerId="ADAL" clId="{E56C9A6E-AA66-4641-8935-5040D5E38365}" dt="2026-08-06T18:36:43.002" v="5091" actId="15"/>
        <pc:sldMkLst>
          <pc:docMk/>
          <pc:sldMk cId="3572527704" sldId="338"/>
        </pc:sldMkLst>
        <pc:spChg chg="mod ord">
          <ac:chgData name="Antônio Mauro Rezende" userId="6f33afd5-de08-4447-b79d-f45f1a4ab288" providerId="ADAL" clId="{E56C9A6E-AA66-4641-8935-5040D5E38365}" dt="2026-08-06T18:36:43.002" v="5091" actId="15"/>
          <ac:spMkLst>
            <pc:docMk/>
            <pc:sldMk cId="3572527704" sldId="338"/>
            <ac:spMk id="2" creationId="{4B5BE6D3-33CE-D852-5D99-319C0D521108}"/>
          </ac:spMkLst>
        </pc:spChg>
        <pc:spChg chg="mod ord">
          <ac:chgData name="Antônio Mauro Rezende" userId="6f33afd5-de08-4447-b79d-f45f1a4ab288" providerId="ADAL" clId="{E56C9A6E-AA66-4641-8935-5040D5E38365}" dt="2026-08-06T18:28:54.338" v="5057" actId="700"/>
          <ac:spMkLst>
            <pc:docMk/>
            <pc:sldMk cId="3572527704" sldId="338"/>
            <ac:spMk id="5" creationId="{13D79884-C729-763C-773A-6AD8747F149D}"/>
          </ac:spMkLst>
        </pc:spChg>
      </pc:sldChg>
      <pc:sldChg chg="addSp delSp modSp add mod">
        <pc:chgData name="Antônio Mauro Rezende" userId="6f33afd5-de08-4447-b79d-f45f1a4ab288" providerId="ADAL" clId="{E56C9A6E-AA66-4641-8935-5040D5E38365}" dt="2026-08-06T18:39:17.001" v="5113" actId="1076"/>
        <pc:sldMkLst>
          <pc:docMk/>
          <pc:sldMk cId="1671191497" sldId="339"/>
        </pc:sldMkLst>
        <pc:spChg chg="add mod">
          <ac:chgData name="Antônio Mauro Rezende" userId="6f33afd5-de08-4447-b79d-f45f1a4ab288" providerId="ADAL" clId="{E56C9A6E-AA66-4641-8935-5040D5E38365}" dt="2026-08-06T18:39:17.001" v="5113" actId="1076"/>
          <ac:spMkLst>
            <pc:docMk/>
            <pc:sldMk cId="1671191497" sldId="339"/>
            <ac:spMk id="7" creationId="{1DBF8315-A2D4-FE76-5750-978646035076}"/>
          </ac:spMkLst>
        </pc:spChg>
        <pc:picChg chg="add mod">
          <ac:chgData name="Antônio Mauro Rezende" userId="6f33afd5-de08-4447-b79d-f45f1a4ab288" providerId="ADAL" clId="{E56C9A6E-AA66-4641-8935-5040D5E38365}" dt="2026-08-06T18:39:06.497" v="5102" actId="1076"/>
          <ac:picMkLst>
            <pc:docMk/>
            <pc:sldMk cId="1671191497" sldId="339"/>
            <ac:picMk id="6" creationId="{646D32DD-B904-BBCE-983B-7A192A681B96}"/>
          </ac:picMkLst>
        </pc:picChg>
      </pc:sldChg>
      <pc:sldChg chg="addSp delSp modSp add mod chgLayout">
        <pc:chgData name="Antônio Mauro Rezende" userId="6f33afd5-de08-4447-b79d-f45f1a4ab288" providerId="ADAL" clId="{E56C9A6E-AA66-4641-8935-5040D5E38365}" dt="2026-08-06T18:41:33.781" v="5120" actId="6549"/>
        <pc:sldMkLst>
          <pc:docMk/>
          <pc:sldMk cId="2054193756" sldId="340"/>
        </pc:sldMkLst>
        <pc:spChg chg="add mod ord">
          <ac:chgData name="Antônio Mauro Rezende" userId="6f33afd5-de08-4447-b79d-f45f1a4ab288" providerId="ADAL" clId="{E56C9A6E-AA66-4641-8935-5040D5E38365}" dt="2026-08-06T18:41:33.781" v="5120" actId="6549"/>
          <ac:spMkLst>
            <pc:docMk/>
            <pc:sldMk cId="2054193756" sldId="340"/>
            <ac:spMk id="2" creationId="{B6720635-6507-F90A-2F1D-F4EBBDF30AA2}"/>
          </ac:spMkLst>
        </pc:spChg>
        <pc:spChg chg="mod ord">
          <ac:chgData name="Antônio Mauro Rezende" userId="6f33afd5-de08-4447-b79d-f45f1a4ab288" providerId="ADAL" clId="{E56C9A6E-AA66-4641-8935-5040D5E38365}" dt="2026-08-06T18:39:53.809" v="5117" actId="700"/>
          <ac:spMkLst>
            <pc:docMk/>
            <pc:sldMk cId="2054193756" sldId="340"/>
            <ac:spMk id="5" creationId="{CE71A939-ED16-CF21-C411-60D8C771D5BF}"/>
          </ac:spMkLst>
        </pc:spChg>
      </pc:sldChg>
      <pc:sldChg chg="addSp delSp modSp add mod">
        <pc:chgData name="Antônio Mauro Rezende" userId="6f33afd5-de08-4447-b79d-f45f1a4ab288" providerId="ADAL" clId="{E56C9A6E-AA66-4641-8935-5040D5E38365}" dt="2026-08-24T12:24:12.405" v="5124" actId="22"/>
        <pc:sldMkLst>
          <pc:docMk/>
          <pc:sldMk cId="3563705093" sldId="348"/>
        </pc:sldMkLst>
        <pc:spChg chg="del">
          <ac:chgData name="Antônio Mauro Rezende" userId="6f33afd5-de08-4447-b79d-f45f1a4ab288" providerId="ADAL" clId="{E56C9A6E-AA66-4641-8935-5040D5E38365}" dt="2026-08-24T12:23:56.085" v="5122" actId="478"/>
          <ac:spMkLst>
            <pc:docMk/>
            <pc:sldMk cId="3563705093" sldId="348"/>
            <ac:spMk id="2" creationId="{4B9F9C20-4553-BBD2-22BD-0F184B663781}"/>
          </ac:spMkLst>
        </pc:spChg>
        <pc:spChg chg="add del mod">
          <ac:chgData name="Antônio Mauro Rezende" userId="6f33afd5-de08-4447-b79d-f45f1a4ab288" providerId="ADAL" clId="{E56C9A6E-AA66-4641-8935-5040D5E38365}" dt="2026-08-24T12:23:58.225" v="5123" actId="478"/>
          <ac:spMkLst>
            <pc:docMk/>
            <pc:sldMk cId="3563705093" sldId="348"/>
            <ac:spMk id="4" creationId="{7FCB9ADF-AA3D-241D-384E-7624F2F4DE19}"/>
          </ac:spMkLst>
        </pc:spChg>
        <pc:spChg chg="add">
          <ac:chgData name="Antônio Mauro Rezende" userId="6f33afd5-de08-4447-b79d-f45f1a4ab288" providerId="ADAL" clId="{E56C9A6E-AA66-4641-8935-5040D5E38365}" dt="2026-08-24T12:24:12.405" v="5124" actId="22"/>
          <ac:spMkLst>
            <pc:docMk/>
            <pc:sldMk cId="3563705093" sldId="348"/>
            <ac:spMk id="9" creationId="{0801B820-2CB3-A9D1-87E9-77836D9C08A1}"/>
          </ac:spMkLst>
        </pc:spChg>
        <pc:spChg chg="add">
          <ac:chgData name="Antônio Mauro Rezende" userId="6f33afd5-de08-4447-b79d-f45f1a4ab288" providerId="ADAL" clId="{E56C9A6E-AA66-4641-8935-5040D5E38365}" dt="2026-08-24T12:24:12.405" v="5124" actId="22"/>
          <ac:spMkLst>
            <pc:docMk/>
            <pc:sldMk cId="3563705093" sldId="348"/>
            <ac:spMk id="13" creationId="{AB7D14CE-36CB-E389-7BBD-A93428CBE835}"/>
          </ac:spMkLst>
        </pc:spChg>
        <pc:picChg chg="add">
          <ac:chgData name="Antônio Mauro Rezende" userId="6f33afd5-de08-4447-b79d-f45f1a4ab288" providerId="ADAL" clId="{E56C9A6E-AA66-4641-8935-5040D5E38365}" dt="2026-08-24T12:24:12.405" v="5124" actId="22"/>
          <ac:picMkLst>
            <pc:docMk/>
            <pc:sldMk cId="3563705093" sldId="348"/>
            <ac:picMk id="7" creationId="{FFA166E7-6FDA-DC68-7592-DB20370D639B}"/>
          </ac:picMkLst>
        </pc:picChg>
        <pc:picChg chg="add">
          <ac:chgData name="Antônio Mauro Rezende" userId="6f33afd5-de08-4447-b79d-f45f1a4ab288" providerId="ADAL" clId="{E56C9A6E-AA66-4641-8935-5040D5E38365}" dt="2026-08-24T12:24:12.405" v="5124" actId="22"/>
          <ac:picMkLst>
            <pc:docMk/>
            <pc:sldMk cId="3563705093" sldId="348"/>
            <ac:picMk id="11" creationId="{ED53AD9C-D6BF-B73D-7BC5-88926292867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E770D3-3ECF-4E9B-A485-860B9C804D62}" type="datetimeFigureOut">
              <a:rPr lang="pt-BR" smtClean="0"/>
              <a:t>28/08/2026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4BB0EB-FC31-464F-BD76-BFDCC73E9C7D}" type="slidenum">
              <a:rPr lang="pt-BR" smtClean="0"/>
              <a:t>‹#›</a:t>
            </a:fld>
            <a:endParaRPr lang="pt-BR"/>
          </a:p>
        </p:txBody>
      </p:sp>
    </p:spTree>
    <p:extLst>
      <p:ext uri="{BB962C8B-B14F-4D97-AF65-F5344CB8AC3E}">
        <p14:creationId xmlns:p14="http://schemas.microsoft.com/office/powerpoint/2010/main" val="4152609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1" dirty="0">
                <a:solidFill>
                  <a:srgbClr val="FF0000"/>
                </a:solidFill>
              </a:rPr>
              <a:t>Opção de capa – se quiser duplicar a capa, clicar com o botão direito em cima do slide e selecionar “Duplicar </a:t>
            </a:r>
            <a:r>
              <a:rPr lang="pt-BR" sz="1200" b="1" kern="1200" dirty="0">
                <a:solidFill>
                  <a:srgbClr val="FF0000"/>
                </a:solidFill>
                <a:latin typeface="+mn-lt"/>
                <a:ea typeface="+mn-ea"/>
                <a:cs typeface="+mn-cs"/>
              </a:rPr>
              <a:t>Slide</a:t>
            </a:r>
            <a:r>
              <a:rPr lang="pt-BR" sz="1200" b="1" dirty="0">
                <a:solidFill>
                  <a:srgbClr val="FF0000"/>
                </a:solidFill>
              </a:rPr>
              <a:t>”</a:t>
            </a:r>
          </a:p>
        </p:txBody>
      </p:sp>
      <p:sp>
        <p:nvSpPr>
          <p:cNvPr id="4" name="Espaço Reservado para Número de Slide 3"/>
          <p:cNvSpPr>
            <a:spLocks noGrp="1"/>
          </p:cNvSpPr>
          <p:nvPr>
            <p:ph type="sldNum" sz="quarter" idx="5"/>
          </p:nvPr>
        </p:nvSpPr>
        <p:spPr/>
        <p:txBody>
          <a:bodyPr/>
          <a:lstStyle/>
          <a:p>
            <a:fld id="{D64BB0EB-FC31-464F-BD76-BFDCC73E9C7D}" type="slidenum">
              <a:rPr lang="pt-BR" smtClean="0"/>
              <a:t>1</a:t>
            </a:fld>
            <a:endParaRPr lang="pt-BR"/>
          </a:p>
        </p:txBody>
      </p:sp>
    </p:spTree>
    <p:extLst>
      <p:ext uri="{BB962C8B-B14F-4D97-AF65-F5344CB8AC3E}">
        <p14:creationId xmlns:p14="http://schemas.microsoft.com/office/powerpoint/2010/main" val="610991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p:cNvSpPr>
            <a:spLocks noGrp="1"/>
          </p:cNvSpPr>
          <p:nvPr>
            <p:ph type="sldNum" sz="quarter" idx="5"/>
          </p:nvPr>
        </p:nvSpPr>
        <p:spPr/>
        <p:txBody>
          <a:bodyPr/>
          <a:lstStyle/>
          <a:p>
            <a:fld id="{D64BB0EB-FC31-464F-BD76-BFDCC73E9C7D}" type="slidenum">
              <a:rPr lang="pt-BR" smtClean="0"/>
              <a:t>2</a:t>
            </a:fld>
            <a:endParaRPr lang="pt-BR"/>
          </a:p>
        </p:txBody>
      </p:sp>
    </p:spTree>
    <p:extLst>
      <p:ext uri="{BB962C8B-B14F-4D97-AF65-F5344CB8AC3E}">
        <p14:creationId xmlns:p14="http://schemas.microsoft.com/office/powerpoint/2010/main" val="1186328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A262E-C5DD-27A8-D643-267A9EEF936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1ADD5CE-39AE-EECB-FA41-E9792D32FDD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2244120-6410-C8C0-3641-88083684D8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8D41D15B-B455-2B75-F229-4E39C168FCBC}"/>
              </a:ext>
            </a:extLst>
          </p:cNvPr>
          <p:cNvSpPr>
            <a:spLocks noGrp="1"/>
          </p:cNvSpPr>
          <p:nvPr>
            <p:ph type="sldNum" sz="quarter" idx="5"/>
          </p:nvPr>
        </p:nvSpPr>
        <p:spPr/>
        <p:txBody>
          <a:bodyPr/>
          <a:lstStyle/>
          <a:p>
            <a:fld id="{D64BB0EB-FC31-464F-BD76-BFDCC73E9C7D}" type="slidenum">
              <a:rPr lang="pt-BR" smtClean="0"/>
              <a:t>3</a:t>
            </a:fld>
            <a:endParaRPr lang="pt-BR"/>
          </a:p>
        </p:txBody>
      </p:sp>
    </p:spTree>
    <p:extLst>
      <p:ext uri="{BB962C8B-B14F-4D97-AF65-F5344CB8AC3E}">
        <p14:creationId xmlns:p14="http://schemas.microsoft.com/office/powerpoint/2010/main" val="18777078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C90D4-24F2-2C78-5935-2FCB4D28364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2691196-364F-5408-C77E-C442AC99537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F0FBBC8-5F54-16F6-D7BA-1051A0E34E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48790986-5D52-70A9-44C9-187CEB625AA3}"/>
              </a:ext>
            </a:extLst>
          </p:cNvPr>
          <p:cNvSpPr>
            <a:spLocks noGrp="1"/>
          </p:cNvSpPr>
          <p:nvPr>
            <p:ph type="sldNum" sz="quarter" idx="5"/>
          </p:nvPr>
        </p:nvSpPr>
        <p:spPr/>
        <p:txBody>
          <a:bodyPr/>
          <a:lstStyle/>
          <a:p>
            <a:fld id="{D64BB0EB-FC31-464F-BD76-BFDCC73E9C7D}" type="slidenum">
              <a:rPr lang="pt-BR" smtClean="0"/>
              <a:t>4</a:t>
            </a:fld>
            <a:endParaRPr lang="pt-BR"/>
          </a:p>
        </p:txBody>
      </p:sp>
    </p:spTree>
    <p:extLst>
      <p:ext uri="{BB962C8B-B14F-4D97-AF65-F5344CB8AC3E}">
        <p14:creationId xmlns:p14="http://schemas.microsoft.com/office/powerpoint/2010/main" val="2679174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118E2-BC9F-7B95-C875-843CF838049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1B77689-A525-A21F-5F9B-AA541E6E704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4895146-47D1-E436-6B5F-F5206F6F2EB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3E0676A8-DD06-0C18-BBAA-AE47A8C38D43}"/>
              </a:ext>
            </a:extLst>
          </p:cNvPr>
          <p:cNvSpPr>
            <a:spLocks noGrp="1"/>
          </p:cNvSpPr>
          <p:nvPr>
            <p:ph type="sldNum" sz="quarter" idx="5"/>
          </p:nvPr>
        </p:nvSpPr>
        <p:spPr/>
        <p:txBody>
          <a:bodyPr/>
          <a:lstStyle/>
          <a:p>
            <a:fld id="{D64BB0EB-FC31-464F-BD76-BFDCC73E9C7D}" type="slidenum">
              <a:rPr lang="pt-BR" smtClean="0"/>
              <a:t>5</a:t>
            </a:fld>
            <a:endParaRPr lang="pt-BR"/>
          </a:p>
        </p:txBody>
      </p:sp>
    </p:spTree>
    <p:extLst>
      <p:ext uri="{BB962C8B-B14F-4D97-AF65-F5344CB8AC3E}">
        <p14:creationId xmlns:p14="http://schemas.microsoft.com/office/powerpoint/2010/main" val="1877093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BD226-3A03-3529-CB7C-5B6C92BC31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47E51F3-B443-377C-80C9-44C6655E0BC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9E210DE-DB04-36D6-9841-47DF821B1A8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AD8C3A59-835F-57F9-A4C7-0BD1CB48F17B}"/>
              </a:ext>
            </a:extLst>
          </p:cNvPr>
          <p:cNvSpPr>
            <a:spLocks noGrp="1"/>
          </p:cNvSpPr>
          <p:nvPr>
            <p:ph type="sldNum" sz="quarter" idx="5"/>
          </p:nvPr>
        </p:nvSpPr>
        <p:spPr/>
        <p:txBody>
          <a:bodyPr/>
          <a:lstStyle/>
          <a:p>
            <a:fld id="{D64BB0EB-FC31-464F-BD76-BFDCC73E9C7D}" type="slidenum">
              <a:rPr lang="pt-BR" smtClean="0"/>
              <a:t>6</a:t>
            </a:fld>
            <a:endParaRPr lang="pt-BR"/>
          </a:p>
        </p:txBody>
      </p:sp>
    </p:spTree>
    <p:extLst>
      <p:ext uri="{BB962C8B-B14F-4D97-AF65-F5344CB8AC3E}">
        <p14:creationId xmlns:p14="http://schemas.microsoft.com/office/powerpoint/2010/main" val="1533538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8D0D1-E5D9-DD5B-3325-DBADE3A662D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9BF9A0C-CB6A-C910-D359-0AEF7A41385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DE2F7DF-6D4E-C805-9CA7-156059AA5E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7D76D466-B828-C96A-16D2-CAA0BDE6ECF4}"/>
              </a:ext>
            </a:extLst>
          </p:cNvPr>
          <p:cNvSpPr>
            <a:spLocks noGrp="1"/>
          </p:cNvSpPr>
          <p:nvPr>
            <p:ph type="sldNum" sz="quarter" idx="5"/>
          </p:nvPr>
        </p:nvSpPr>
        <p:spPr/>
        <p:txBody>
          <a:bodyPr/>
          <a:lstStyle/>
          <a:p>
            <a:fld id="{D64BB0EB-FC31-464F-BD76-BFDCC73E9C7D}" type="slidenum">
              <a:rPr lang="pt-BR" smtClean="0"/>
              <a:t>7</a:t>
            </a:fld>
            <a:endParaRPr lang="pt-BR"/>
          </a:p>
        </p:txBody>
      </p:sp>
    </p:spTree>
    <p:extLst>
      <p:ext uri="{BB962C8B-B14F-4D97-AF65-F5344CB8AC3E}">
        <p14:creationId xmlns:p14="http://schemas.microsoft.com/office/powerpoint/2010/main" val="3451955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EAD3-79F7-EBD5-7A47-38816C4288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21050D6-3246-BAB4-B256-9E91C77B8F4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7FB8D59-5C7C-EF83-DAF5-ECE5CCA4B1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DB64D6FE-12D9-68B9-B433-519F1FD76E6C}"/>
              </a:ext>
            </a:extLst>
          </p:cNvPr>
          <p:cNvSpPr>
            <a:spLocks noGrp="1"/>
          </p:cNvSpPr>
          <p:nvPr>
            <p:ph type="sldNum" sz="quarter" idx="5"/>
          </p:nvPr>
        </p:nvSpPr>
        <p:spPr/>
        <p:txBody>
          <a:bodyPr/>
          <a:lstStyle/>
          <a:p>
            <a:fld id="{D64BB0EB-FC31-464F-BD76-BFDCC73E9C7D}" type="slidenum">
              <a:rPr lang="pt-BR" smtClean="0"/>
              <a:t>8</a:t>
            </a:fld>
            <a:endParaRPr lang="pt-BR"/>
          </a:p>
        </p:txBody>
      </p:sp>
    </p:spTree>
    <p:extLst>
      <p:ext uri="{BB962C8B-B14F-4D97-AF65-F5344CB8AC3E}">
        <p14:creationId xmlns:p14="http://schemas.microsoft.com/office/powerpoint/2010/main" val="3570893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C8945-F49B-F388-6B36-A48BA6187FB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CF1D6EB-7B6B-7B00-BE9C-9E4B55CAD9E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B27687F-5255-52D6-0745-76EB425E18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F153556A-49DE-809D-1974-2001DE9F5B2B}"/>
              </a:ext>
            </a:extLst>
          </p:cNvPr>
          <p:cNvSpPr>
            <a:spLocks noGrp="1"/>
          </p:cNvSpPr>
          <p:nvPr>
            <p:ph type="sldNum" sz="quarter" idx="5"/>
          </p:nvPr>
        </p:nvSpPr>
        <p:spPr/>
        <p:txBody>
          <a:bodyPr/>
          <a:lstStyle/>
          <a:p>
            <a:fld id="{D64BB0EB-FC31-464F-BD76-BFDCC73E9C7D}" type="slidenum">
              <a:rPr lang="pt-BR" smtClean="0"/>
              <a:t>9</a:t>
            </a:fld>
            <a:endParaRPr lang="pt-BR"/>
          </a:p>
        </p:txBody>
      </p:sp>
    </p:spTree>
    <p:extLst>
      <p:ext uri="{BB962C8B-B14F-4D97-AF65-F5344CB8AC3E}">
        <p14:creationId xmlns:p14="http://schemas.microsoft.com/office/powerpoint/2010/main" val="33353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95C65-D4B7-F8F2-263A-4BC357E0766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4D22A07-0394-8EEF-289C-57DFA114470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34F0A26-C623-5B89-F437-1623B1EB35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B2F74C64-2EAC-3E6F-2E29-4E9D4B8063BC}"/>
              </a:ext>
            </a:extLst>
          </p:cNvPr>
          <p:cNvSpPr>
            <a:spLocks noGrp="1"/>
          </p:cNvSpPr>
          <p:nvPr>
            <p:ph type="sldNum" sz="quarter" idx="5"/>
          </p:nvPr>
        </p:nvSpPr>
        <p:spPr/>
        <p:txBody>
          <a:bodyPr/>
          <a:lstStyle/>
          <a:p>
            <a:fld id="{D64BB0EB-FC31-464F-BD76-BFDCC73E9C7D}" type="slidenum">
              <a:rPr lang="pt-BR" smtClean="0"/>
              <a:t>10</a:t>
            </a:fld>
            <a:endParaRPr lang="pt-BR"/>
          </a:p>
        </p:txBody>
      </p:sp>
    </p:spTree>
    <p:extLst>
      <p:ext uri="{BB962C8B-B14F-4D97-AF65-F5344CB8AC3E}">
        <p14:creationId xmlns:p14="http://schemas.microsoft.com/office/powerpoint/2010/main" val="829745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C3FDD-7052-45DC-92B6-0C5E4A43ACA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1E1E33F-E9E2-7F86-E1D5-4C138D61A7A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82964DD-441D-583D-D875-F11B6B4F3E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981EA198-F4A3-C77A-3A9F-3790162162A5}"/>
              </a:ext>
            </a:extLst>
          </p:cNvPr>
          <p:cNvSpPr>
            <a:spLocks noGrp="1"/>
          </p:cNvSpPr>
          <p:nvPr>
            <p:ph type="sldNum" sz="quarter" idx="5"/>
          </p:nvPr>
        </p:nvSpPr>
        <p:spPr/>
        <p:txBody>
          <a:bodyPr/>
          <a:lstStyle/>
          <a:p>
            <a:fld id="{D64BB0EB-FC31-464F-BD76-BFDCC73E9C7D}" type="slidenum">
              <a:rPr lang="pt-BR" smtClean="0"/>
              <a:t>11</a:t>
            </a:fld>
            <a:endParaRPr lang="pt-BR"/>
          </a:p>
        </p:txBody>
      </p:sp>
    </p:spTree>
    <p:extLst>
      <p:ext uri="{BB962C8B-B14F-4D97-AF65-F5344CB8AC3E}">
        <p14:creationId xmlns:p14="http://schemas.microsoft.com/office/powerpoint/2010/main" val="1822931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69737-DD39-B666-C2B9-2EE1846F31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A595AD-1546-E932-8D8A-79C4F0D944D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D71DDEB-A64A-0A56-91F5-A40690EBF0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highlight>
                  <a:srgbClr val="FFFF00"/>
                </a:highlight>
              </a:rPr>
              <a:t>Opção de conteúdo – para duplicar, clicar com o botão direito em cima do slide e selecionar “Duplicar </a:t>
            </a:r>
            <a:r>
              <a:rPr lang="pt-BR" sz="1200" b="1" kern="1200" dirty="0">
                <a:solidFill>
                  <a:srgbClr val="FF0000"/>
                </a:solidFill>
                <a:highlight>
                  <a:srgbClr val="FFFF00"/>
                </a:highlight>
                <a:latin typeface="+mn-lt"/>
                <a:ea typeface="+mn-ea"/>
                <a:cs typeface="+mn-cs"/>
              </a:rPr>
              <a:t>Slide</a:t>
            </a:r>
            <a:r>
              <a:rPr lang="pt-BR" sz="1200" b="1" dirty="0">
                <a:solidFill>
                  <a:srgbClr val="FF0000"/>
                </a:solidFill>
                <a:highlight>
                  <a:srgbClr val="FFFF00"/>
                </a:highlight>
              </a:rPr>
              <a:t>”</a:t>
            </a:r>
          </a:p>
          <a:p>
            <a:endParaRPr lang="pt-BR" dirty="0"/>
          </a:p>
        </p:txBody>
      </p:sp>
      <p:sp>
        <p:nvSpPr>
          <p:cNvPr id="4" name="Espaço Reservado para Número de Slide 3">
            <a:extLst>
              <a:ext uri="{FF2B5EF4-FFF2-40B4-BE49-F238E27FC236}">
                <a16:creationId xmlns:a16="http://schemas.microsoft.com/office/drawing/2014/main" id="{E1495282-12B7-B832-9628-E0F950AAEE75}"/>
              </a:ext>
            </a:extLst>
          </p:cNvPr>
          <p:cNvSpPr>
            <a:spLocks noGrp="1"/>
          </p:cNvSpPr>
          <p:nvPr>
            <p:ph type="sldNum" sz="quarter" idx="5"/>
          </p:nvPr>
        </p:nvSpPr>
        <p:spPr/>
        <p:txBody>
          <a:bodyPr/>
          <a:lstStyle/>
          <a:p>
            <a:fld id="{D64BB0EB-FC31-464F-BD76-BFDCC73E9C7D}" type="slidenum">
              <a:rPr lang="pt-BR" smtClean="0"/>
              <a:t>12</a:t>
            </a:fld>
            <a:endParaRPr lang="pt-BR"/>
          </a:p>
        </p:txBody>
      </p:sp>
    </p:spTree>
    <p:extLst>
      <p:ext uri="{BB962C8B-B14F-4D97-AF65-F5344CB8AC3E}">
        <p14:creationId xmlns:p14="http://schemas.microsoft.com/office/powerpoint/2010/main" val="3805208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457CA-673C-F5A0-3A06-DED5855C2E5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4CB286D-A5A4-7569-CBF2-89DA50C0C6F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13D83CC-2ADF-DAC3-FD0B-49EF412D43AD}"/>
              </a:ext>
            </a:extLst>
          </p:cNvPr>
          <p:cNvSpPr>
            <a:spLocks noGrp="1"/>
          </p:cNvSpPr>
          <p:nvPr>
            <p:ph type="body" idx="1"/>
          </p:nvPr>
        </p:nvSpPr>
        <p:spPr/>
        <p:txBody>
          <a:bodyPr/>
          <a:lstStyle/>
          <a:p>
            <a:r>
              <a:rPr lang="pt-BR" dirty="0"/>
              <a:t>CPU</a:t>
            </a:r>
          </a:p>
          <a:p>
            <a:r>
              <a:rPr lang="pt-BR" dirty="0"/>
              <a:t>Unidade de controle: produz uma série de sinais que informam a unidade lógica como as instruções devem ser executadas</a:t>
            </a:r>
          </a:p>
          <a:p>
            <a:r>
              <a:rPr lang="pt-BR" dirty="0" err="1"/>
              <a:t>Mémoria</a:t>
            </a:r>
            <a:r>
              <a:rPr lang="pt-BR" dirty="0"/>
              <a:t> principal: instruções e dados que serão executadas e processados</a:t>
            </a:r>
          </a:p>
          <a:p>
            <a:r>
              <a:rPr lang="pt-BR" dirty="0"/>
              <a:t>Dispositivos realizam a </a:t>
            </a:r>
            <a:r>
              <a:rPr lang="pt-BR" dirty="0" err="1"/>
              <a:t>comunição</a:t>
            </a:r>
            <a:r>
              <a:rPr lang="pt-BR" dirty="0"/>
              <a:t> da CPU com o mundo externo</a:t>
            </a:r>
          </a:p>
          <a:p>
            <a:endParaRPr lang="pt-BR" dirty="0"/>
          </a:p>
          <a:p>
            <a:endParaRPr lang="pt-BR" dirty="0"/>
          </a:p>
        </p:txBody>
      </p:sp>
      <p:sp>
        <p:nvSpPr>
          <p:cNvPr id="4" name="Espaço Reservado para Número de Slide 3">
            <a:extLst>
              <a:ext uri="{FF2B5EF4-FFF2-40B4-BE49-F238E27FC236}">
                <a16:creationId xmlns:a16="http://schemas.microsoft.com/office/drawing/2014/main" id="{C1129E17-7E8C-A960-9E51-D93827FBF439}"/>
              </a:ext>
            </a:extLst>
          </p:cNvPr>
          <p:cNvSpPr>
            <a:spLocks noGrp="1"/>
          </p:cNvSpPr>
          <p:nvPr>
            <p:ph type="sldNum" sz="quarter" idx="5"/>
          </p:nvPr>
        </p:nvSpPr>
        <p:spPr/>
        <p:txBody>
          <a:bodyPr/>
          <a:lstStyle/>
          <a:p>
            <a:fld id="{D64BB0EB-FC31-464F-BD76-BFDCC73E9C7D}" type="slidenum">
              <a:rPr lang="pt-BR" smtClean="0"/>
              <a:t>13</a:t>
            </a:fld>
            <a:endParaRPr lang="pt-BR"/>
          </a:p>
        </p:txBody>
      </p:sp>
    </p:spTree>
    <p:extLst>
      <p:ext uri="{BB962C8B-B14F-4D97-AF65-F5344CB8AC3E}">
        <p14:creationId xmlns:p14="http://schemas.microsoft.com/office/powerpoint/2010/main" val="155691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975AE-24ED-E12F-39CD-F361FE17219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069B03E-0EF0-75D9-DBD6-EF53DCFFDFA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9F89D23-B4ED-E836-E88B-56F3EB492BDF}"/>
              </a:ext>
            </a:extLst>
          </p:cNvPr>
          <p:cNvSpPr>
            <a:spLocks noGrp="1"/>
          </p:cNvSpPr>
          <p:nvPr>
            <p:ph type="body" idx="1"/>
          </p:nvPr>
        </p:nvSpPr>
        <p:spPr/>
        <p:txBody>
          <a:bodyPr/>
          <a:lstStyle/>
          <a:p>
            <a:r>
              <a:rPr lang="pt-BR" dirty="0"/>
              <a:t>Por que dizemos que o computador é uma máquina programável: porque usamos os mesmos componentes para executar diferentes instruções</a:t>
            </a:r>
          </a:p>
          <a:p>
            <a:r>
              <a:rPr lang="pt-BR" dirty="0"/>
              <a:t>Diferente de </a:t>
            </a:r>
            <a:r>
              <a:rPr lang="pt-BR"/>
              <a:t>uma furadeira.</a:t>
            </a:r>
            <a:endParaRPr lang="pt-BR" dirty="0"/>
          </a:p>
          <a:p>
            <a:endParaRPr lang="pt-BR" dirty="0"/>
          </a:p>
          <a:p>
            <a:endParaRPr lang="pt-BR" dirty="0"/>
          </a:p>
        </p:txBody>
      </p:sp>
      <p:sp>
        <p:nvSpPr>
          <p:cNvPr id="4" name="Espaço Reservado para Número de Slide 3">
            <a:extLst>
              <a:ext uri="{FF2B5EF4-FFF2-40B4-BE49-F238E27FC236}">
                <a16:creationId xmlns:a16="http://schemas.microsoft.com/office/drawing/2014/main" id="{FDAADDE9-2689-A8CB-61F0-E45DDE43E7FF}"/>
              </a:ext>
            </a:extLst>
          </p:cNvPr>
          <p:cNvSpPr>
            <a:spLocks noGrp="1"/>
          </p:cNvSpPr>
          <p:nvPr>
            <p:ph type="sldNum" sz="quarter" idx="5"/>
          </p:nvPr>
        </p:nvSpPr>
        <p:spPr/>
        <p:txBody>
          <a:bodyPr/>
          <a:lstStyle/>
          <a:p>
            <a:fld id="{D64BB0EB-FC31-464F-BD76-BFDCC73E9C7D}" type="slidenum">
              <a:rPr lang="pt-BR" smtClean="0"/>
              <a:t>14</a:t>
            </a:fld>
            <a:endParaRPr lang="pt-BR"/>
          </a:p>
        </p:txBody>
      </p:sp>
    </p:spTree>
    <p:extLst>
      <p:ext uri="{BB962C8B-B14F-4D97-AF65-F5344CB8AC3E}">
        <p14:creationId xmlns:p14="http://schemas.microsoft.com/office/powerpoint/2010/main" val="441919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6C4F2-7036-71DB-D0F0-EBAC1450062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46A208F-2B1D-5B5B-4B77-951CAB84403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237D301-360A-55C8-4D19-F6402963C64F}"/>
              </a:ext>
            </a:extLst>
          </p:cNvPr>
          <p:cNvSpPr>
            <a:spLocks noGrp="1"/>
          </p:cNvSpPr>
          <p:nvPr>
            <p:ph type="body" idx="1"/>
          </p:nvPr>
        </p:nvSpPr>
        <p:spPr/>
        <p:txBody>
          <a:bodyPr/>
          <a:lstStyle/>
          <a:p>
            <a:r>
              <a:rPr lang="pt-BR" dirty="0"/>
              <a:t>Por que dizemos que o computador é uma máquina programável: porque usamos os mesmos componentes para executar diferentes instruções</a:t>
            </a:r>
          </a:p>
          <a:p>
            <a:r>
              <a:rPr lang="pt-BR" dirty="0"/>
              <a:t>Diferente de uma furadeira.</a:t>
            </a:r>
          </a:p>
          <a:p>
            <a:r>
              <a:rPr lang="pt-BR" dirty="0"/>
              <a:t>RISC - </a:t>
            </a:r>
            <a:r>
              <a:rPr lang="pt-BR" sz="1200" b="0" i="0" kern="1200" dirty="0">
                <a:solidFill>
                  <a:schemeClr val="tx1"/>
                </a:solidFill>
                <a:effectLst/>
                <a:latin typeface="+mn-lt"/>
                <a:ea typeface="+mn-ea"/>
                <a:cs typeface="+mn-cs"/>
              </a:rPr>
              <a:t> instrução era simples o suficiente para que, combinadas com outras, pudesse desempenhar as funções das instruções mais complexas</a:t>
            </a:r>
            <a:endParaRPr lang="pt-BR" dirty="0"/>
          </a:p>
          <a:p>
            <a:endParaRPr lang="pt-BR" dirty="0"/>
          </a:p>
        </p:txBody>
      </p:sp>
      <p:sp>
        <p:nvSpPr>
          <p:cNvPr id="4" name="Espaço Reservado para Número de Slide 3">
            <a:extLst>
              <a:ext uri="{FF2B5EF4-FFF2-40B4-BE49-F238E27FC236}">
                <a16:creationId xmlns:a16="http://schemas.microsoft.com/office/drawing/2014/main" id="{C6D54FAF-F97C-20E3-C897-389B16A518D5}"/>
              </a:ext>
            </a:extLst>
          </p:cNvPr>
          <p:cNvSpPr>
            <a:spLocks noGrp="1"/>
          </p:cNvSpPr>
          <p:nvPr>
            <p:ph type="sldNum" sz="quarter" idx="5"/>
          </p:nvPr>
        </p:nvSpPr>
        <p:spPr/>
        <p:txBody>
          <a:bodyPr/>
          <a:lstStyle/>
          <a:p>
            <a:fld id="{D64BB0EB-FC31-464F-BD76-BFDCC73E9C7D}" type="slidenum">
              <a:rPr lang="pt-BR" smtClean="0"/>
              <a:t>15</a:t>
            </a:fld>
            <a:endParaRPr lang="pt-BR"/>
          </a:p>
        </p:txBody>
      </p:sp>
    </p:spTree>
    <p:extLst>
      <p:ext uri="{BB962C8B-B14F-4D97-AF65-F5344CB8AC3E}">
        <p14:creationId xmlns:p14="http://schemas.microsoft.com/office/powerpoint/2010/main" val="25319149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F1C73-DEC7-7FB1-4395-93B97F06A42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B301899-D7EC-0EAA-7581-59453A9DBF2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35A9AE9-38C1-81FC-DF14-0CFDA94AB603}"/>
              </a:ext>
            </a:extLst>
          </p:cNvPr>
          <p:cNvSpPr>
            <a:spLocks noGrp="1"/>
          </p:cNvSpPr>
          <p:nvPr>
            <p:ph type="body" idx="1"/>
          </p:nvPr>
        </p:nvSpPr>
        <p:spPr/>
        <p:txBody>
          <a:bodyPr/>
          <a:lstStyle/>
          <a:p>
            <a:r>
              <a:rPr lang="pt-BR" sz="1200" b="0" i="0" kern="1200" dirty="0">
                <a:solidFill>
                  <a:schemeClr val="tx1"/>
                </a:solidFill>
                <a:effectLst/>
                <a:latin typeface="+mn-lt"/>
                <a:ea typeface="+mn-ea"/>
                <a:cs typeface="+mn-cs"/>
              </a:rPr>
              <a:t>Agora, vamos explicar o que cada componente – as estruturas marcadas pelos números de 1 a 6 – representa para o processador.</a:t>
            </a:r>
          </a:p>
          <a:p>
            <a:pPr lvl="0"/>
            <a:r>
              <a:rPr lang="pt-BR" sz="1200" b="0" i="0" kern="1200" dirty="0">
                <a:solidFill>
                  <a:schemeClr val="tx1"/>
                </a:solidFill>
                <a:effectLst/>
                <a:latin typeface="+mn-lt"/>
                <a:ea typeface="+mn-ea"/>
                <a:cs typeface="+mn-cs"/>
              </a:rPr>
              <a:t>Contador de programa</a:t>
            </a:r>
          </a:p>
          <a:p>
            <a:pPr lvl="0"/>
            <a:r>
              <a:rPr lang="pt-BR" sz="1200" b="0" i="0" kern="1200" dirty="0">
                <a:solidFill>
                  <a:schemeClr val="tx1"/>
                </a:solidFill>
                <a:effectLst/>
                <a:latin typeface="+mn-lt"/>
                <a:ea typeface="+mn-ea"/>
                <a:cs typeface="+mn-cs"/>
              </a:rPr>
              <a:t>Trata-se de uma pequena memória que guarda o endereço de memória da próxima instrução a ser executada. A instrução que está no endereço que corresponde ao conteúdo do contador de programa é a próxima instrução que o processador irá executar.</a:t>
            </a:r>
          </a:p>
          <a:p>
            <a:pPr lvl="0"/>
            <a:r>
              <a:rPr lang="pt-BR" sz="1200" b="0" i="0" kern="1200" dirty="0">
                <a:solidFill>
                  <a:schemeClr val="tx1"/>
                </a:solidFill>
                <a:effectLst/>
                <a:latin typeface="+mn-lt"/>
                <a:ea typeface="+mn-ea"/>
                <a:cs typeface="+mn-cs"/>
              </a:rPr>
              <a:t>Registrador de instruções</a:t>
            </a:r>
          </a:p>
          <a:p>
            <a:pPr lvl="0"/>
            <a:r>
              <a:rPr lang="pt-BR" sz="1200" b="0" i="0" kern="1200" dirty="0">
                <a:solidFill>
                  <a:schemeClr val="tx1"/>
                </a:solidFill>
                <a:effectLst/>
                <a:latin typeface="+mn-lt"/>
                <a:ea typeface="+mn-ea"/>
                <a:cs typeface="+mn-cs"/>
              </a:rPr>
              <a:t>É uma pequena memória que armazena as instruções que serão executadas pelo processador. Como inicialmente todas as instruções estão na memória de instruções, estas precisam ser armazenadas internamente no processador para execução.</a:t>
            </a:r>
          </a:p>
          <a:p>
            <a:pPr lvl="0"/>
            <a:r>
              <a:rPr lang="pt-BR" sz="1200" b="0" i="0" kern="1200" dirty="0">
                <a:solidFill>
                  <a:schemeClr val="tx1"/>
                </a:solidFill>
                <a:effectLst/>
                <a:latin typeface="+mn-lt"/>
                <a:ea typeface="+mn-ea"/>
                <a:cs typeface="+mn-cs"/>
              </a:rPr>
              <a:t>Decodificador de instruções</a:t>
            </a:r>
          </a:p>
          <a:p>
            <a:pPr lvl="0"/>
            <a:r>
              <a:rPr lang="pt-BR" sz="1200" b="0" i="0" kern="1200" dirty="0">
                <a:solidFill>
                  <a:schemeClr val="tx1"/>
                </a:solidFill>
                <a:effectLst/>
                <a:latin typeface="+mn-lt"/>
                <a:ea typeface="+mn-ea"/>
                <a:cs typeface="+mn-cs"/>
              </a:rPr>
              <a:t>É um circuito que decodifica, ou seja, descobre o que é a instrução (o que ela faz) e quais os seus operandos.</a:t>
            </a:r>
          </a:p>
          <a:p>
            <a:pPr lvl="0"/>
            <a:r>
              <a:rPr lang="pt-BR" sz="1200" b="0" i="0" kern="1200" dirty="0">
                <a:solidFill>
                  <a:schemeClr val="tx1"/>
                </a:solidFill>
                <a:effectLst/>
                <a:latin typeface="+mn-lt"/>
                <a:ea typeface="+mn-ea"/>
                <a:cs typeface="+mn-cs"/>
              </a:rPr>
              <a:t>Banco de registradores</a:t>
            </a:r>
          </a:p>
          <a:p>
            <a:pPr lvl="0"/>
            <a:r>
              <a:rPr lang="pt-BR" sz="1200" b="0" i="0" kern="1200" dirty="0">
                <a:solidFill>
                  <a:schemeClr val="tx1"/>
                </a:solidFill>
                <a:effectLst/>
                <a:latin typeface="+mn-lt"/>
                <a:ea typeface="+mn-ea"/>
                <a:cs typeface="+mn-cs"/>
              </a:rPr>
              <a:t>Registradores podem ser entendidos como pequenas memórias que se localizam internamente em processadores. Os registradores que armazenam as variáveis dos algoritmos são chamados de banco de registradores. Existem registradores para armazenar também palavras de instrução (item 2 anterior) e algumas informações de controle para o processador como, por exemplo, se uma instrução resultou em resultado negativo. Os processadores possuem tipicamente entre 8 e 128 registradores.</a:t>
            </a:r>
          </a:p>
          <a:p>
            <a:pPr lvl="0"/>
            <a:r>
              <a:rPr lang="pt-BR" sz="1200" b="0" i="0" kern="1200" dirty="0">
                <a:solidFill>
                  <a:schemeClr val="tx1"/>
                </a:solidFill>
                <a:effectLst/>
                <a:latin typeface="+mn-lt"/>
                <a:ea typeface="+mn-ea"/>
                <a:cs typeface="+mn-cs"/>
              </a:rPr>
              <a:t>Unidade Lógica e Aritmética (ULA)</a:t>
            </a:r>
          </a:p>
          <a:p>
            <a:pPr lvl="0"/>
            <a:r>
              <a:rPr lang="pt-BR" sz="1200" b="0" i="0" kern="1200" dirty="0">
                <a:solidFill>
                  <a:schemeClr val="tx1"/>
                </a:solidFill>
                <a:effectLst/>
                <a:latin typeface="+mn-lt"/>
                <a:ea typeface="+mn-ea"/>
                <a:cs typeface="+mn-cs"/>
              </a:rPr>
              <a:t>É a unidade executora do processador. A ULA é composta por uma série de circuitos que executam as operações lógico-aritméticas dos processadores: todas as instruções que o processador possui em seu conjunto de instruções devem poder ser executadas na sua ULA. Por exemplo, se o processador possuir uma instrução de multiplicação no seu conjunto de instruções, a ULA deve possuir um circuito multiplicador.</a:t>
            </a:r>
          </a:p>
          <a:p>
            <a:pPr lvl="0"/>
            <a:r>
              <a:rPr lang="pt-BR" sz="1200" b="0" i="0" kern="1200" dirty="0">
                <a:solidFill>
                  <a:schemeClr val="tx1"/>
                </a:solidFill>
                <a:effectLst/>
                <a:latin typeface="+mn-lt"/>
                <a:ea typeface="+mn-ea"/>
                <a:cs typeface="+mn-cs"/>
              </a:rPr>
              <a:t>Barramentos de comunicação internos</a:t>
            </a:r>
          </a:p>
          <a:p>
            <a:pPr lvl="0"/>
            <a:r>
              <a:rPr lang="pt-BR" sz="1200" b="0" i="0" kern="1200" dirty="0">
                <a:solidFill>
                  <a:schemeClr val="tx1"/>
                </a:solidFill>
                <a:effectLst/>
                <a:latin typeface="+mn-lt"/>
                <a:ea typeface="+mn-ea"/>
                <a:cs typeface="+mn-cs"/>
              </a:rPr>
              <a:t>São os canais de comunicação que existem internamente na arquitetura do processador. Estes canais permitem que os componentes internos do processador consigam se comunicar, o que é essencial para a execução de instruções, como pode ser visto na Figura 2, onde é mostrada a execução de uma instrução através de microinstruções. Observe também que cada microinstrução executa sobre um componente interno do processador (de acordo com as figuras que serão vistas a seguir). Dessa forma, se pode perceber a importância de cada um desses componentes para que a instrução possa ser executada.</a:t>
            </a:r>
          </a:p>
          <a:p>
            <a:endParaRPr lang="pt-BR" dirty="0"/>
          </a:p>
        </p:txBody>
      </p:sp>
      <p:sp>
        <p:nvSpPr>
          <p:cNvPr id="4" name="Espaço Reservado para Número de Slide 3">
            <a:extLst>
              <a:ext uri="{FF2B5EF4-FFF2-40B4-BE49-F238E27FC236}">
                <a16:creationId xmlns:a16="http://schemas.microsoft.com/office/drawing/2014/main" id="{BA5FB900-3981-696A-6374-2DE26B66E313}"/>
              </a:ext>
            </a:extLst>
          </p:cNvPr>
          <p:cNvSpPr>
            <a:spLocks noGrp="1"/>
          </p:cNvSpPr>
          <p:nvPr>
            <p:ph type="sldNum" sz="quarter" idx="5"/>
          </p:nvPr>
        </p:nvSpPr>
        <p:spPr/>
        <p:txBody>
          <a:bodyPr/>
          <a:lstStyle/>
          <a:p>
            <a:fld id="{D64BB0EB-FC31-464F-BD76-BFDCC73E9C7D}" type="slidenum">
              <a:rPr lang="pt-BR" smtClean="0"/>
              <a:t>16</a:t>
            </a:fld>
            <a:endParaRPr lang="pt-BR"/>
          </a:p>
        </p:txBody>
      </p:sp>
    </p:spTree>
    <p:extLst>
      <p:ext uri="{BB962C8B-B14F-4D97-AF65-F5344CB8AC3E}">
        <p14:creationId xmlns:p14="http://schemas.microsoft.com/office/powerpoint/2010/main" val="35347788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985EF-E782-FF3F-D697-8DC118D722B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B7BBB8-CD51-3F76-CDCD-42CD9AEEFBF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89B3E37-4D3E-47CE-AF7A-D480C4D75FE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278E023-4727-C63E-4924-90E96D820CDD}"/>
              </a:ext>
            </a:extLst>
          </p:cNvPr>
          <p:cNvSpPr>
            <a:spLocks noGrp="1"/>
          </p:cNvSpPr>
          <p:nvPr>
            <p:ph type="sldNum" sz="quarter" idx="5"/>
          </p:nvPr>
        </p:nvSpPr>
        <p:spPr/>
        <p:txBody>
          <a:bodyPr/>
          <a:lstStyle/>
          <a:p>
            <a:fld id="{D64BB0EB-FC31-464F-BD76-BFDCC73E9C7D}" type="slidenum">
              <a:rPr lang="pt-BR" smtClean="0"/>
              <a:t>17</a:t>
            </a:fld>
            <a:endParaRPr lang="pt-BR"/>
          </a:p>
        </p:txBody>
      </p:sp>
    </p:spTree>
    <p:extLst>
      <p:ext uri="{BB962C8B-B14F-4D97-AF65-F5344CB8AC3E}">
        <p14:creationId xmlns:p14="http://schemas.microsoft.com/office/powerpoint/2010/main" val="341214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EC7F4-28D1-06D6-5631-B1F0CA0219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AF4FDF9-662D-22DE-D528-4AC138FC5C4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65A3819-66D1-28A4-6C38-0FEF6FD64F6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148BC3C-259D-BF05-EE1C-1F54788902FD}"/>
              </a:ext>
            </a:extLst>
          </p:cNvPr>
          <p:cNvSpPr>
            <a:spLocks noGrp="1"/>
          </p:cNvSpPr>
          <p:nvPr>
            <p:ph type="sldNum" sz="quarter" idx="5"/>
          </p:nvPr>
        </p:nvSpPr>
        <p:spPr/>
        <p:txBody>
          <a:bodyPr/>
          <a:lstStyle/>
          <a:p>
            <a:fld id="{D64BB0EB-FC31-464F-BD76-BFDCC73E9C7D}" type="slidenum">
              <a:rPr lang="pt-BR" smtClean="0"/>
              <a:t>18</a:t>
            </a:fld>
            <a:endParaRPr lang="pt-BR"/>
          </a:p>
        </p:txBody>
      </p:sp>
    </p:spTree>
    <p:extLst>
      <p:ext uri="{BB962C8B-B14F-4D97-AF65-F5344CB8AC3E}">
        <p14:creationId xmlns:p14="http://schemas.microsoft.com/office/powerpoint/2010/main" val="3767704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9845B-AB08-76C5-94A6-4D5C22FFBCA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82D87CF-CE97-9932-A26E-4E78A0AC4B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8588620-34E8-6D0A-4A58-AF7657205BE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A937341-AC97-A268-73F8-7612F9C9F454}"/>
              </a:ext>
            </a:extLst>
          </p:cNvPr>
          <p:cNvSpPr>
            <a:spLocks noGrp="1"/>
          </p:cNvSpPr>
          <p:nvPr>
            <p:ph type="sldNum" sz="quarter" idx="5"/>
          </p:nvPr>
        </p:nvSpPr>
        <p:spPr/>
        <p:txBody>
          <a:bodyPr/>
          <a:lstStyle/>
          <a:p>
            <a:fld id="{D64BB0EB-FC31-464F-BD76-BFDCC73E9C7D}" type="slidenum">
              <a:rPr lang="pt-BR" smtClean="0"/>
              <a:t>19</a:t>
            </a:fld>
            <a:endParaRPr lang="pt-BR"/>
          </a:p>
        </p:txBody>
      </p:sp>
    </p:spTree>
    <p:extLst>
      <p:ext uri="{BB962C8B-B14F-4D97-AF65-F5344CB8AC3E}">
        <p14:creationId xmlns:p14="http://schemas.microsoft.com/office/powerpoint/2010/main" val="3692888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320F8-FCE1-8A78-2007-7B7F710DC36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85F9061-9F27-D02B-960A-715D2423F61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193F4F5-C318-9A9B-B299-9F0FB3013E8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A2FD6A2-1E48-D923-B0C2-4E1145F513CE}"/>
              </a:ext>
            </a:extLst>
          </p:cNvPr>
          <p:cNvSpPr>
            <a:spLocks noGrp="1"/>
          </p:cNvSpPr>
          <p:nvPr>
            <p:ph type="sldNum" sz="quarter" idx="5"/>
          </p:nvPr>
        </p:nvSpPr>
        <p:spPr/>
        <p:txBody>
          <a:bodyPr/>
          <a:lstStyle/>
          <a:p>
            <a:fld id="{D64BB0EB-FC31-464F-BD76-BFDCC73E9C7D}" type="slidenum">
              <a:rPr lang="pt-BR" smtClean="0"/>
              <a:t>20</a:t>
            </a:fld>
            <a:endParaRPr lang="pt-BR"/>
          </a:p>
        </p:txBody>
      </p:sp>
    </p:spTree>
    <p:extLst>
      <p:ext uri="{BB962C8B-B14F-4D97-AF65-F5344CB8AC3E}">
        <p14:creationId xmlns:p14="http://schemas.microsoft.com/office/powerpoint/2010/main" val="5732091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F1005-3B26-A970-AA3B-E714EF29EA2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9630FA-9D8A-6A3F-5EE9-62941239641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749D6A8-B713-CB9A-0127-9DAF3C55C52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DEF2309-758F-5F97-7351-FB44AEFFA0B0}"/>
              </a:ext>
            </a:extLst>
          </p:cNvPr>
          <p:cNvSpPr>
            <a:spLocks noGrp="1"/>
          </p:cNvSpPr>
          <p:nvPr>
            <p:ph type="sldNum" sz="quarter" idx="5"/>
          </p:nvPr>
        </p:nvSpPr>
        <p:spPr/>
        <p:txBody>
          <a:bodyPr/>
          <a:lstStyle/>
          <a:p>
            <a:fld id="{D64BB0EB-FC31-464F-BD76-BFDCC73E9C7D}" type="slidenum">
              <a:rPr lang="pt-BR" smtClean="0"/>
              <a:t>21</a:t>
            </a:fld>
            <a:endParaRPr lang="pt-BR"/>
          </a:p>
        </p:txBody>
      </p:sp>
    </p:spTree>
    <p:extLst>
      <p:ext uri="{BB962C8B-B14F-4D97-AF65-F5344CB8AC3E}">
        <p14:creationId xmlns:p14="http://schemas.microsoft.com/office/powerpoint/2010/main" val="3196001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68F05-8757-81C2-4B3C-E2737F20AFF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C6CC839-DFD0-2303-2A32-DDF3D0193B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BC98EB-B5A9-52A8-63E9-8C8E9DEA90D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797EA7-EB7F-0DB4-C6F1-1EC701690B34}"/>
              </a:ext>
            </a:extLst>
          </p:cNvPr>
          <p:cNvSpPr>
            <a:spLocks noGrp="1"/>
          </p:cNvSpPr>
          <p:nvPr>
            <p:ph type="sldNum" sz="quarter" idx="5"/>
          </p:nvPr>
        </p:nvSpPr>
        <p:spPr/>
        <p:txBody>
          <a:bodyPr/>
          <a:lstStyle/>
          <a:p>
            <a:fld id="{D64BB0EB-FC31-464F-BD76-BFDCC73E9C7D}" type="slidenum">
              <a:rPr lang="pt-BR" smtClean="0"/>
              <a:t>22</a:t>
            </a:fld>
            <a:endParaRPr lang="pt-BR"/>
          </a:p>
        </p:txBody>
      </p:sp>
    </p:spTree>
    <p:extLst>
      <p:ext uri="{BB962C8B-B14F-4D97-AF65-F5344CB8AC3E}">
        <p14:creationId xmlns:p14="http://schemas.microsoft.com/office/powerpoint/2010/main" val="33179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93F68-DC67-5648-4560-94B65E684BE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89884DA6-8568-9F9C-D136-F0DFB8CCBAA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D908CA6-99E2-3294-26BB-A29F09ED120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C9C8336-A37E-E82B-3995-486186CF1107}"/>
              </a:ext>
            </a:extLst>
          </p:cNvPr>
          <p:cNvSpPr>
            <a:spLocks noGrp="1"/>
          </p:cNvSpPr>
          <p:nvPr>
            <p:ph type="sldNum" sz="quarter" idx="5"/>
          </p:nvPr>
        </p:nvSpPr>
        <p:spPr/>
        <p:txBody>
          <a:bodyPr/>
          <a:lstStyle/>
          <a:p>
            <a:fld id="{D64BB0EB-FC31-464F-BD76-BFDCC73E9C7D}" type="slidenum">
              <a:rPr lang="pt-BR" smtClean="0"/>
              <a:t>23</a:t>
            </a:fld>
            <a:endParaRPr lang="pt-BR"/>
          </a:p>
        </p:txBody>
      </p:sp>
    </p:spTree>
    <p:extLst>
      <p:ext uri="{BB962C8B-B14F-4D97-AF65-F5344CB8AC3E}">
        <p14:creationId xmlns:p14="http://schemas.microsoft.com/office/powerpoint/2010/main" val="9143523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95E8F-48B3-70DB-A58C-4A05994DDF6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328E6A1-7C6F-1488-0DC8-51824582C4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D836887E-B540-6947-2AC6-7D264229570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6423DC5-189F-F697-8F0B-58E5E8F79D30}"/>
              </a:ext>
            </a:extLst>
          </p:cNvPr>
          <p:cNvSpPr>
            <a:spLocks noGrp="1"/>
          </p:cNvSpPr>
          <p:nvPr>
            <p:ph type="sldNum" sz="quarter" idx="5"/>
          </p:nvPr>
        </p:nvSpPr>
        <p:spPr/>
        <p:txBody>
          <a:bodyPr/>
          <a:lstStyle/>
          <a:p>
            <a:fld id="{D64BB0EB-FC31-464F-BD76-BFDCC73E9C7D}" type="slidenum">
              <a:rPr lang="pt-BR" smtClean="0"/>
              <a:t>24</a:t>
            </a:fld>
            <a:endParaRPr lang="pt-BR"/>
          </a:p>
        </p:txBody>
      </p:sp>
    </p:spTree>
    <p:extLst>
      <p:ext uri="{BB962C8B-B14F-4D97-AF65-F5344CB8AC3E}">
        <p14:creationId xmlns:p14="http://schemas.microsoft.com/office/powerpoint/2010/main" val="42470966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FECE2-653E-B9FD-04E1-2192192B408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8194E4-B64D-F91F-8E4C-1D34B79663E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E052D49-A4B1-0098-C8D5-2D7223CB962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7AC6A47-9A4B-A0EF-F1A7-31F1CA021194}"/>
              </a:ext>
            </a:extLst>
          </p:cNvPr>
          <p:cNvSpPr>
            <a:spLocks noGrp="1"/>
          </p:cNvSpPr>
          <p:nvPr>
            <p:ph type="sldNum" sz="quarter" idx="5"/>
          </p:nvPr>
        </p:nvSpPr>
        <p:spPr/>
        <p:txBody>
          <a:bodyPr/>
          <a:lstStyle/>
          <a:p>
            <a:fld id="{D64BB0EB-FC31-464F-BD76-BFDCC73E9C7D}" type="slidenum">
              <a:rPr lang="pt-BR" smtClean="0"/>
              <a:t>25</a:t>
            </a:fld>
            <a:endParaRPr lang="pt-BR"/>
          </a:p>
        </p:txBody>
      </p:sp>
    </p:spTree>
    <p:extLst>
      <p:ext uri="{BB962C8B-B14F-4D97-AF65-F5344CB8AC3E}">
        <p14:creationId xmlns:p14="http://schemas.microsoft.com/office/powerpoint/2010/main" val="34787964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1876F-C954-0479-DE0E-9630FB3423A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73BCB51-0D3E-27E7-B044-CBC1D518B62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2383F53-1AEA-DED7-9DFE-6AF1CA62E87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4F901AC-3E44-6A5E-6494-72F89F575207}"/>
              </a:ext>
            </a:extLst>
          </p:cNvPr>
          <p:cNvSpPr>
            <a:spLocks noGrp="1"/>
          </p:cNvSpPr>
          <p:nvPr>
            <p:ph type="sldNum" sz="quarter" idx="5"/>
          </p:nvPr>
        </p:nvSpPr>
        <p:spPr/>
        <p:txBody>
          <a:bodyPr/>
          <a:lstStyle/>
          <a:p>
            <a:fld id="{D64BB0EB-FC31-464F-BD76-BFDCC73E9C7D}" type="slidenum">
              <a:rPr lang="pt-BR" smtClean="0"/>
              <a:t>26</a:t>
            </a:fld>
            <a:endParaRPr lang="pt-BR"/>
          </a:p>
        </p:txBody>
      </p:sp>
    </p:spTree>
    <p:extLst>
      <p:ext uri="{BB962C8B-B14F-4D97-AF65-F5344CB8AC3E}">
        <p14:creationId xmlns:p14="http://schemas.microsoft.com/office/powerpoint/2010/main" val="10265642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6A260-4FC1-2535-3B2B-AF87ABE3CBD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E1348C7-4D78-75D6-58A2-D11B6F808A1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F5A65FB-02F0-162D-5D88-6B4E223FB73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F43B6BE-43C4-F290-3CC5-6ABEA062ADBC}"/>
              </a:ext>
            </a:extLst>
          </p:cNvPr>
          <p:cNvSpPr>
            <a:spLocks noGrp="1"/>
          </p:cNvSpPr>
          <p:nvPr>
            <p:ph type="sldNum" sz="quarter" idx="5"/>
          </p:nvPr>
        </p:nvSpPr>
        <p:spPr/>
        <p:txBody>
          <a:bodyPr/>
          <a:lstStyle/>
          <a:p>
            <a:fld id="{D64BB0EB-FC31-464F-BD76-BFDCC73E9C7D}" type="slidenum">
              <a:rPr lang="pt-BR" smtClean="0"/>
              <a:t>27</a:t>
            </a:fld>
            <a:endParaRPr lang="pt-BR"/>
          </a:p>
        </p:txBody>
      </p:sp>
    </p:spTree>
    <p:extLst>
      <p:ext uri="{BB962C8B-B14F-4D97-AF65-F5344CB8AC3E}">
        <p14:creationId xmlns:p14="http://schemas.microsoft.com/office/powerpoint/2010/main" val="31352291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29662-C709-719E-F5FF-B1920E434EB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BE5F29-1B51-D232-050E-951A51941A1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638B18F-04C3-5685-05D3-596991B3970C}"/>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8A3F1BD-BF9D-EABD-B520-9B5004422750}"/>
              </a:ext>
            </a:extLst>
          </p:cNvPr>
          <p:cNvSpPr>
            <a:spLocks noGrp="1"/>
          </p:cNvSpPr>
          <p:nvPr>
            <p:ph type="sldNum" sz="quarter" idx="5"/>
          </p:nvPr>
        </p:nvSpPr>
        <p:spPr/>
        <p:txBody>
          <a:bodyPr/>
          <a:lstStyle/>
          <a:p>
            <a:fld id="{D64BB0EB-FC31-464F-BD76-BFDCC73E9C7D}" type="slidenum">
              <a:rPr lang="pt-BR" smtClean="0"/>
              <a:t>28</a:t>
            </a:fld>
            <a:endParaRPr lang="pt-BR"/>
          </a:p>
        </p:txBody>
      </p:sp>
    </p:spTree>
    <p:extLst>
      <p:ext uri="{BB962C8B-B14F-4D97-AF65-F5344CB8AC3E}">
        <p14:creationId xmlns:p14="http://schemas.microsoft.com/office/powerpoint/2010/main" val="17884525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59D8-A97F-8731-D32D-8DBAA658277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2EE9F4D-E512-68FD-AD0B-8EBBABCA009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5278AC7-2F58-7204-04E0-C9546CCBAAC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1071EA3-12D2-8378-BDF7-6A16A6BADEDD}"/>
              </a:ext>
            </a:extLst>
          </p:cNvPr>
          <p:cNvSpPr>
            <a:spLocks noGrp="1"/>
          </p:cNvSpPr>
          <p:nvPr>
            <p:ph type="sldNum" sz="quarter" idx="5"/>
          </p:nvPr>
        </p:nvSpPr>
        <p:spPr/>
        <p:txBody>
          <a:bodyPr/>
          <a:lstStyle/>
          <a:p>
            <a:fld id="{D64BB0EB-FC31-464F-BD76-BFDCC73E9C7D}" type="slidenum">
              <a:rPr lang="pt-BR" smtClean="0"/>
              <a:t>29</a:t>
            </a:fld>
            <a:endParaRPr lang="pt-BR"/>
          </a:p>
        </p:txBody>
      </p:sp>
    </p:spTree>
    <p:extLst>
      <p:ext uri="{BB962C8B-B14F-4D97-AF65-F5344CB8AC3E}">
        <p14:creationId xmlns:p14="http://schemas.microsoft.com/office/powerpoint/2010/main" val="24385901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35BFD-DD01-53C8-A665-7DB800E35D0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6D8EB2-A676-7648-F230-859131F356C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85E121-9877-F77F-FADA-523E97E8056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97E081D-6148-E11B-E324-852E5F72B1F1}"/>
              </a:ext>
            </a:extLst>
          </p:cNvPr>
          <p:cNvSpPr>
            <a:spLocks noGrp="1"/>
          </p:cNvSpPr>
          <p:nvPr>
            <p:ph type="sldNum" sz="quarter" idx="5"/>
          </p:nvPr>
        </p:nvSpPr>
        <p:spPr/>
        <p:txBody>
          <a:bodyPr/>
          <a:lstStyle/>
          <a:p>
            <a:fld id="{D64BB0EB-FC31-464F-BD76-BFDCC73E9C7D}" type="slidenum">
              <a:rPr lang="pt-BR" smtClean="0"/>
              <a:t>30</a:t>
            </a:fld>
            <a:endParaRPr lang="pt-BR"/>
          </a:p>
        </p:txBody>
      </p:sp>
    </p:spTree>
    <p:extLst>
      <p:ext uri="{BB962C8B-B14F-4D97-AF65-F5344CB8AC3E}">
        <p14:creationId xmlns:p14="http://schemas.microsoft.com/office/powerpoint/2010/main" val="26020622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FF14-B805-7D77-5E16-B9827CE2FEB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CC3D27F-3180-49B1-D812-65BF0957640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9C653F8-3F9D-9602-06A2-3D58F5A1C2B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8B53E2C-9C43-55EE-E0C7-49C18E92672A}"/>
              </a:ext>
            </a:extLst>
          </p:cNvPr>
          <p:cNvSpPr>
            <a:spLocks noGrp="1"/>
          </p:cNvSpPr>
          <p:nvPr>
            <p:ph type="sldNum" sz="quarter" idx="5"/>
          </p:nvPr>
        </p:nvSpPr>
        <p:spPr/>
        <p:txBody>
          <a:bodyPr/>
          <a:lstStyle/>
          <a:p>
            <a:fld id="{D64BB0EB-FC31-464F-BD76-BFDCC73E9C7D}" type="slidenum">
              <a:rPr lang="pt-BR" smtClean="0"/>
              <a:t>31</a:t>
            </a:fld>
            <a:endParaRPr lang="pt-BR"/>
          </a:p>
        </p:txBody>
      </p:sp>
    </p:spTree>
    <p:extLst>
      <p:ext uri="{BB962C8B-B14F-4D97-AF65-F5344CB8AC3E}">
        <p14:creationId xmlns:p14="http://schemas.microsoft.com/office/powerpoint/2010/main" val="17453700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A96A1-F97D-D47E-3C59-B7857DA4D8C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66960E6-AB9E-2DBD-6434-7AFBB926DB5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488484A-09EF-8F7B-B30C-5E73DD82BE8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6204CD7-79C8-F9CE-6B0C-A454844D8807}"/>
              </a:ext>
            </a:extLst>
          </p:cNvPr>
          <p:cNvSpPr>
            <a:spLocks noGrp="1"/>
          </p:cNvSpPr>
          <p:nvPr>
            <p:ph type="sldNum" sz="quarter" idx="5"/>
          </p:nvPr>
        </p:nvSpPr>
        <p:spPr/>
        <p:txBody>
          <a:bodyPr/>
          <a:lstStyle/>
          <a:p>
            <a:fld id="{D64BB0EB-FC31-464F-BD76-BFDCC73E9C7D}" type="slidenum">
              <a:rPr lang="pt-BR" smtClean="0"/>
              <a:t>32</a:t>
            </a:fld>
            <a:endParaRPr lang="pt-BR"/>
          </a:p>
        </p:txBody>
      </p:sp>
    </p:spTree>
    <p:extLst>
      <p:ext uri="{BB962C8B-B14F-4D97-AF65-F5344CB8AC3E}">
        <p14:creationId xmlns:p14="http://schemas.microsoft.com/office/powerpoint/2010/main" val="22001608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6F09D-4577-D870-4C93-5837C54BB31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2FB40B1-32FE-7129-8259-FB9E090FAEA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BC43E28-9172-6C06-A532-B1BE55D3A1F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A713919-BCF8-F0E3-1A2A-542A18BBA042}"/>
              </a:ext>
            </a:extLst>
          </p:cNvPr>
          <p:cNvSpPr>
            <a:spLocks noGrp="1"/>
          </p:cNvSpPr>
          <p:nvPr>
            <p:ph type="sldNum" sz="quarter" idx="5"/>
          </p:nvPr>
        </p:nvSpPr>
        <p:spPr/>
        <p:txBody>
          <a:bodyPr/>
          <a:lstStyle/>
          <a:p>
            <a:fld id="{D64BB0EB-FC31-464F-BD76-BFDCC73E9C7D}" type="slidenum">
              <a:rPr lang="pt-BR" smtClean="0"/>
              <a:t>33</a:t>
            </a:fld>
            <a:endParaRPr lang="pt-BR"/>
          </a:p>
        </p:txBody>
      </p:sp>
    </p:spTree>
    <p:extLst>
      <p:ext uri="{BB962C8B-B14F-4D97-AF65-F5344CB8AC3E}">
        <p14:creationId xmlns:p14="http://schemas.microsoft.com/office/powerpoint/2010/main" val="28259192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83BDD-54C5-1D35-79A7-AD831D8F90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B7B262F-219A-AFF3-88DF-C6D68D9EF05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9198AAD-461A-568E-9439-4F4B9874521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9F2D608-C007-9EF8-BBAD-3296A7B97538}"/>
              </a:ext>
            </a:extLst>
          </p:cNvPr>
          <p:cNvSpPr>
            <a:spLocks noGrp="1"/>
          </p:cNvSpPr>
          <p:nvPr>
            <p:ph type="sldNum" sz="quarter" idx="5"/>
          </p:nvPr>
        </p:nvSpPr>
        <p:spPr/>
        <p:txBody>
          <a:bodyPr/>
          <a:lstStyle/>
          <a:p>
            <a:fld id="{D64BB0EB-FC31-464F-BD76-BFDCC73E9C7D}" type="slidenum">
              <a:rPr lang="pt-BR" smtClean="0"/>
              <a:t>34</a:t>
            </a:fld>
            <a:endParaRPr lang="pt-BR"/>
          </a:p>
        </p:txBody>
      </p:sp>
    </p:spTree>
    <p:extLst>
      <p:ext uri="{BB962C8B-B14F-4D97-AF65-F5344CB8AC3E}">
        <p14:creationId xmlns:p14="http://schemas.microsoft.com/office/powerpoint/2010/main" val="26597771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CDCFD-F03B-C7DB-712F-C90F6B99695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752E7D1-E6FC-033E-DF80-0F3E66ACB82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04AB210-F5D3-B55A-A617-EDE559A18F2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E0D38C8-F362-CB09-4B51-9D9496594596}"/>
              </a:ext>
            </a:extLst>
          </p:cNvPr>
          <p:cNvSpPr>
            <a:spLocks noGrp="1"/>
          </p:cNvSpPr>
          <p:nvPr>
            <p:ph type="sldNum" sz="quarter" idx="5"/>
          </p:nvPr>
        </p:nvSpPr>
        <p:spPr/>
        <p:txBody>
          <a:bodyPr/>
          <a:lstStyle/>
          <a:p>
            <a:fld id="{D64BB0EB-FC31-464F-BD76-BFDCC73E9C7D}" type="slidenum">
              <a:rPr lang="pt-BR" smtClean="0"/>
              <a:t>35</a:t>
            </a:fld>
            <a:endParaRPr lang="pt-BR"/>
          </a:p>
        </p:txBody>
      </p:sp>
    </p:spTree>
    <p:extLst>
      <p:ext uri="{BB962C8B-B14F-4D97-AF65-F5344CB8AC3E}">
        <p14:creationId xmlns:p14="http://schemas.microsoft.com/office/powerpoint/2010/main" val="37490154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CB63-6048-4233-51AE-4B337F3D2CF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DD983E3-5108-4EA3-D341-739A1200AF5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CE0D499-0C83-9475-081D-3936B7B96B1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0BC5E6A-6955-D866-1FAC-83A0AC1954FA}"/>
              </a:ext>
            </a:extLst>
          </p:cNvPr>
          <p:cNvSpPr>
            <a:spLocks noGrp="1"/>
          </p:cNvSpPr>
          <p:nvPr>
            <p:ph type="sldNum" sz="quarter" idx="5"/>
          </p:nvPr>
        </p:nvSpPr>
        <p:spPr/>
        <p:txBody>
          <a:bodyPr/>
          <a:lstStyle/>
          <a:p>
            <a:fld id="{D64BB0EB-FC31-464F-BD76-BFDCC73E9C7D}" type="slidenum">
              <a:rPr lang="pt-BR" smtClean="0"/>
              <a:t>36</a:t>
            </a:fld>
            <a:endParaRPr lang="pt-BR"/>
          </a:p>
        </p:txBody>
      </p:sp>
    </p:spTree>
    <p:extLst>
      <p:ext uri="{BB962C8B-B14F-4D97-AF65-F5344CB8AC3E}">
        <p14:creationId xmlns:p14="http://schemas.microsoft.com/office/powerpoint/2010/main" val="41282940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9D325-3532-BEA3-D457-3DD735C26F5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C048F7D-103F-F555-1371-67291E02B34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6F6F404-E248-C146-F727-B1AB23B129F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5DE92D4-3117-25A6-C499-3B16F8BF3386}"/>
              </a:ext>
            </a:extLst>
          </p:cNvPr>
          <p:cNvSpPr>
            <a:spLocks noGrp="1"/>
          </p:cNvSpPr>
          <p:nvPr>
            <p:ph type="sldNum" sz="quarter" idx="5"/>
          </p:nvPr>
        </p:nvSpPr>
        <p:spPr/>
        <p:txBody>
          <a:bodyPr/>
          <a:lstStyle/>
          <a:p>
            <a:fld id="{D64BB0EB-FC31-464F-BD76-BFDCC73E9C7D}" type="slidenum">
              <a:rPr lang="pt-BR" smtClean="0"/>
              <a:t>37</a:t>
            </a:fld>
            <a:endParaRPr lang="pt-BR"/>
          </a:p>
        </p:txBody>
      </p:sp>
    </p:spTree>
    <p:extLst>
      <p:ext uri="{BB962C8B-B14F-4D97-AF65-F5344CB8AC3E}">
        <p14:creationId xmlns:p14="http://schemas.microsoft.com/office/powerpoint/2010/main" val="8714295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6253F-55DE-36F7-E14F-AA7D0CBA9B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6B550A-7FEA-F10A-9DA5-B5EE57033AB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556BEAC-FB90-A00B-D877-87CE910A6A4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32E5B83-4EE3-92F6-D609-A930E6DC6008}"/>
              </a:ext>
            </a:extLst>
          </p:cNvPr>
          <p:cNvSpPr>
            <a:spLocks noGrp="1"/>
          </p:cNvSpPr>
          <p:nvPr>
            <p:ph type="sldNum" sz="quarter" idx="5"/>
          </p:nvPr>
        </p:nvSpPr>
        <p:spPr/>
        <p:txBody>
          <a:bodyPr/>
          <a:lstStyle/>
          <a:p>
            <a:fld id="{D64BB0EB-FC31-464F-BD76-BFDCC73E9C7D}" type="slidenum">
              <a:rPr lang="pt-BR" smtClean="0"/>
              <a:t>38</a:t>
            </a:fld>
            <a:endParaRPr lang="pt-BR"/>
          </a:p>
        </p:txBody>
      </p:sp>
    </p:spTree>
    <p:extLst>
      <p:ext uri="{BB962C8B-B14F-4D97-AF65-F5344CB8AC3E}">
        <p14:creationId xmlns:p14="http://schemas.microsoft.com/office/powerpoint/2010/main" val="7352749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004F-AF9B-E2CE-51BE-9475FAA759A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6901FAF-736A-4C84-06EA-F8F94651FA4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25BA744-F058-205F-F541-5901524A25B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6215F0F-E11E-CC60-E8CF-ADEF92765ED6}"/>
              </a:ext>
            </a:extLst>
          </p:cNvPr>
          <p:cNvSpPr>
            <a:spLocks noGrp="1"/>
          </p:cNvSpPr>
          <p:nvPr>
            <p:ph type="sldNum" sz="quarter" idx="5"/>
          </p:nvPr>
        </p:nvSpPr>
        <p:spPr/>
        <p:txBody>
          <a:bodyPr/>
          <a:lstStyle/>
          <a:p>
            <a:fld id="{D64BB0EB-FC31-464F-BD76-BFDCC73E9C7D}" type="slidenum">
              <a:rPr lang="pt-BR" smtClean="0"/>
              <a:t>39</a:t>
            </a:fld>
            <a:endParaRPr lang="pt-BR"/>
          </a:p>
        </p:txBody>
      </p:sp>
    </p:spTree>
    <p:extLst>
      <p:ext uri="{BB962C8B-B14F-4D97-AF65-F5344CB8AC3E}">
        <p14:creationId xmlns:p14="http://schemas.microsoft.com/office/powerpoint/2010/main" val="998488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90FF-BEEE-9297-260B-4F1A586D38DC}"/>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0E96B5C-AC25-FD51-104F-934D8CA7AB1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1DBC803-93B8-B290-6AB9-93AB3190A610}"/>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47EA8F9-2BD6-725D-2D47-EBE2B09261C6}"/>
              </a:ext>
            </a:extLst>
          </p:cNvPr>
          <p:cNvSpPr>
            <a:spLocks noGrp="1"/>
          </p:cNvSpPr>
          <p:nvPr>
            <p:ph type="sldNum" sz="quarter" idx="5"/>
          </p:nvPr>
        </p:nvSpPr>
        <p:spPr/>
        <p:txBody>
          <a:bodyPr/>
          <a:lstStyle/>
          <a:p>
            <a:fld id="{D64BB0EB-FC31-464F-BD76-BFDCC73E9C7D}" type="slidenum">
              <a:rPr lang="pt-BR" smtClean="0"/>
              <a:t>40</a:t>
            </a:fld>
            <a:endParaRPr lang="pt-BR"/>
          </a:p>
        </p:txBody>
      </p:sp>
    </p:spTree>
    <p:extLst>
      <p:ext uri="{BB962C8B-B14F-4D97-AF65-F5344CB8AC3E}">
        <p14:creationId xmlns:p14="http://schemas.microsoft.com/office/powerpoint/2010/main" val="26226134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4205B-EA42-1361-9213-C377119479D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358AACA-3CB5-3B09-E888-91414D6BCA1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1649AFC-0710-5272-569A-AD98A3E80EE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3BCA7C3-349D-C120-0394-D3D5324B0215}"/>
              </a:ext>
            </a:extLst>
          </p:cNvPr>
          <p:cNvSpPr>
            <a:spLocks noGrp="1"/>
          </p:cNvSpPr>
          <p:nvPr>
            <p:ph type="sldNum" sz="quarter" idx="5"/>
          </p:nvPr>
        </p:nvSpPr>
        <p:spPr/>
        <p:txBody>
          <a:bodyPr/>
          <a:lstStyle/>
          <a:p>
            <a:fld id="{D64BB0EB-FC31-464F-BD76-BFDCC73E9C7D}" type="slidenum">
              <a:rPr lang="pt-BR" smtClean="0"/>
              <a:t>41</a:t>
            </a:fld>
            <a:endParaRPr lang="pt-BR"/>
          </a:p>
        </p:txBody>
      </p:sp>
    </p:spTree>
    <p:extLst>
      <p:ext uri="{BB962C8B-B14F-4D97-AF65-F5344CB8AC3E}">
        <p14:creationId xmlns:p14="http://schemas.microsoft.com/office/powerpoint/2010/main" val="23281549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06AB7-D307-379B-DAAF-3CF5A2F161A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ABC4090-65FB-FE84-2EB1-55B175FFBFE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543539B-A0FF-DB8C-9159-84288F5069F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4FDB7D9-4256-54F8-7898-9475E8D9791E}"/>
              </a:ext>
            </a:extLst>
          </p:cNvPr>
          <p:cNvSpPr>
            <a:spLocks noGrp="1"/>
          </p:cNvSpPr>
          <p:nvPr>
            <p:ph type="sldNum" sz="quarter" idx="5"/>
          </p:nvPr>
        </p:nvSpPr>
        <p:spPr/>
        <p:txBody>
          <a:bodyPr/>
          <a:lstStyle/>
          <a:p>
            <a:fld id="{D64BB0EB-FC31-464F-BD76-BFDCC73E9C7D}" type="slidenum">
              <a:rPr lang="pt-BR" smtClean="0"/>
              <a:t>42</a:t>
            </a:fld>
            <a:endParaRPr lang="pt-BR"/>
          </a:p>
        </p:txBody>
      </p:sp>
    </p:spTree>
    <p:extLst>
      <p:ext uri="{BB962C8B-B14F-4D97-AF65-F5344CB8AC3E}">
        <p14:creationId xmlns:p14="http://schemas.microsoft.com/office/powerpoint/2010/main" val="3473998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3064A-11B0-D4C5-1B94-D6CED2CFC89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3583F46-3025-7973-8B1E-1A93752369F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C154492-4B6E-417B-4612-9D4D951E574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2B5367F-3A90-F2C5-50C5-FAF341819037}"/>
              </a:ext>
            </a:extLst>
          </p:cNvPr>
          <p:cNvSpPr>
            <a:spLocks noGrp="1"/>
          </p:cNvSpPr>
          <p:nvPr>
            <p:ph type="sldNum" sz="quarter" idx="5"/>
          </p:nvPr>
        </p:nvSpPr>
        <p:spPr/>
        <p:txBody>
          <a:bodyPr/>
          <a:lstStyle/>
          <a:p>
            <a:fld id="{D64BB0EB-FC31-464F-BD76-BFDCC73E9C7D}" type="slidenum">
              <a:rPr lang="pt-BR" smtClean="0"/>
              <a:t>43</a:t>
            </a:fld>
            <a:endParaRPr lang="pt-BR"/>
          </a:p>
        </p:txBody>
      </p:sp>
    </p:spTree>
    <p:extLst>
      <p:ext uri="{BB962C8B-B14F-4D97-AF65-F5344CB8AC3E}">
        <p14:creationId xmlns:p14="http://schemas.microsoft.com/office/powerpoint/2010/main" val="24618568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B30A-E27C-AAB6-6B41-1543C0344B8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B7A5266-4A98-FED6-BDEF-1578871BD8F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5ACD6B6-5093-912E-BFA7-6DA1B6466F8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004704A-53B1-84FA-E268-2435BA903D2A}"/>
              </a:ext>
            </a:extLst>
          </p:cNvPr>
          <p:cNvSpPr>
            <a:spLocks noGrp="1"/>
          </p:cNvSpPr>
          <p:nvPr>
            <p:ph type="sldNum" sz="quarter" idx="5"/>
          </p:nvPr>
        </p:nvSpPr>
        <p:spPr/>
        <p:txBody>
          <a:bodyPr/>
          <a:lstStyle/>
          <a:p>
            <a:fld id="{D64BB0EB-FC31-464F-BD76-BFDCC73E9C7D}" type="slidenum">
              <a:rPr lang="pt-BR" smtClean="0"/>
              <a:t>44</a:t>
            </a:fld>
            <a:endParaRPr lang="pt-BR"/>
          </a:p>
        </p:txBody>
      </p:sp>
    </p:spTree>
    <p:extLst>
      <p:ext uri="{BB962C8B-B14F-4D97-AF65-F5344CB8AC3E}">
        <p14:creationId xmlns:p14="http://schemas.microsoft.com/office/powerpoint/2010/main" val="31672028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D0FC4-A9E1-AC8F-54D3-A9FD4BDCC27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C6D27A8-CEF8-7DCF-5E8B-3B2F97B72D3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A9CE808-7D4B-8E85-1E96-1C52EB6E929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9BDE02DD-B431-93A4-84E2-71A6DCE039C4}"/>
              </a:ext>
            </a:extLst>
          </p:cNvPr>
          <p:cNvSpPr>
            <a:spLocks noGrp="1"/>
          </p:cNvSpPr>
          <p:nvPr>
            <p:ph type="sldNum" sz="quarter" idx="5"/>
          </p:nvPr>
        </p:nvSpPr>
        <p:spPr/>
        <p:txBody>
          <a:bodyPr/>
          <a:lstStyle/>
          <a:p>
            <a:fld id="{D64BB0EB-FC31-464F-BD76-BFDCC73E9C7D}" type="slidenum">
              <a:rPr lang="pt-BR" smtClean="0"/>
              <a:t>45</a:t>
            </a:fld>
            <a:endParaRPr lang="pt-BR"/>
          </a:p>
        </p:txBody>
      </p:sp>
    </p:spTree>
    <p:extLst>
      <p:ext uri="{BB962C8B-B14F-4D97-AF65-F5344CB8AC3E}">
        <p14:creationId xmlns:p14="http://schemas.microsoft.com/office/powerpoint/2010/main" val="14261061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CDAF1-C07A-664F-680B-B3B622E191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307BA4D-6474-751D-3758-ACE37B83073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B4E4A46-AB21-BB58-9954-D521FC7D7FB5}"/>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94D830F-3DF5-0E8A-878B-DDF9EBC4ABFB}"/>
              </a:ext>
            </a:extLst>
          </p:cNvPr>
          <p:cNvSpPr>
            <a:spLocks noGrp="1"/>
          </p:cNvSpPr>
          <p:nvPr>
            <p:ph type="sldNum" sz="quarter" idx="5"/>
          </p:nvPr>
        </p:nvSpPr>
        <p:spPr/>
        <p:txBody>
          <a:bodyPr/>
          <a:lstStyle/>
          <a:p>
            <a:fld id="{D64BB0EB-FC31-464F-BD76-BFDCC73E9C7D}" type="slidenum">
              <a:rPr lang="pt-BR" smtClean="0"/>
              <a:t>46</a:t>
            </a:fld>
            <a:endParaRPr lang="pt-BR"/>
          </a:p>
        </p:txBody>
      </p:sp>
    </p:spTree>
    <p:extLst>
      <p:ext uri="{BB962C8B-B14F-4D97-AF65-F5344CB8AC3E}">
        <p14:creationId xmlns:p14="http://schemas.microsoft.com/office/powerpoint/2010/main" val="40158628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89D3A-ECD3-B10E-43DA-5658C417DE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1FAD86E-E4FD-FEA5-74F7-AF3640DBD8A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B4278A0-7D3F-F989-3A68-3D39FE133FB7}"/>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B6F6822-FCE2-1FE0-A55F-6C038E34ED70}"/>
              </a:ext>
            </a:extLst>
          </p:cNvPr>
          <p:cNvSpPr>
            <a:spLocks noGrp="1"/>
          </p:cNvSpPr>
          <p:nvPr>
            <p:ph type="sldNum" sz="quarter" idx="5"/>
          </p:nvPr>
        </p:nvSpPr>
        <p:spPr/>
        <p:txBody>
          <a:bodyPr/>
          <a:lstStyle/>
          <a:p>
            <a:fld id="{D64BB0EB-FC31-464F-BD76-BFDCC73E9C7D}" type="slidenum">
              <a:rPr lang="pt-BR" smtClean="0"/>
              <a:t>47</a:t>
            </a:fld>
            <a:endParaRPr lang="pt-BR"/>
          </a:p>
        </p:txBody>
      </p:sp>
    </p:spTree>
    <p:extLst>
      <p:ext uri="{BB962C8B-B14F-4D97-AF65-F5344CB8AC3E}">
        <p14:creationId xmlns:p14="http://schemas.microsoft.com/office/powerpoint/2010/main" val="16800811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8594-E4A0-1859-4E55-7DE950A7BF0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84FD7A8-B3D9-E9C1-62EE-600BE5194D1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C85812F-807B-4947-5CEB-35EF3DDFD1F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F24E162-096A-D94C-C19B-D771E71C8265}"/>
              </a:ext>
            </a:extLst>
          </p:cNvPr>
          <p:cNvSpPr>
            <a:spLocks noGrp="1"/>
          </p:cNvSpPr>
          <p:nvPr>
            <p:ph type="sldNum" sz="quarter" idx="5"/>
          </p:nvPr>
        </p:nvSpPr>
        <p:spPr/>
        <p:txBody>
          <a:bodyPr/>
          <a:lstStyle/>
          <a:p>
            <a:fld id="{D64BB0EB-FC31-464F-BD76-BFDCC73E9C7D}" type="slidenum">
              <a:rPr lang="pt-BR" smtClean="0"/>
              <a:t>48</a:t>
            </a:fld>
            <a:endParaRPr lang="pt-BR"/>
          </a:p>
        </p:txBody>
      </p:sp>
    </p:spTree>
    <p:extLst>
      <p:ext uri="{BB962C8B-B14F-4D97-AF65-F5344CB8AC3E}">
        <p14:creationId xmlns:p14="http://schemas.microsoft.com/office/powerpoint/2010/main" val="37975113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48AC-670D-8631-9516-6991B69C971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A14F7F7-8C58-EECE-6557-EF45EE6448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A0D0FE1-7F62-87E6-2FBF-D8A93DD42C2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753EE89-468F-DC92-AF22-953F8DD0B2EE}"/>
              </a:ext>
            </a:extLst>
          </p:cNvPr>
          <p:cNvSpPr>
            <a:spLocks noGrp="1"/>
          </p:cNvSpPr>
          <p:nvPr>
            <p:ph type="sldNum" sz="quarter" idx="5"/>
          </p:nvPr>
        </p:nvSpPr>
        <p:spPr/>
        <p:txBody>
          <a:bodyPr/>
          <a:lstStyle/>
          <a:p>
            <a:fld id="{D64BB0EB-FC31-464F-BD76-BFDCC73E9C7D}" type="slidenum">
              <a:rPr lang="pt-BR" smtClean="0"/>
              <a:t>49</a:t>
            </a:fld>
            <a:endParaRPr lang="pt-BR"/>
          </a:p>
        </p:txBody>
      </p:sp>
    </p:spTree>
    <p:extLst>
      <p:ext uri="{BB962C8B-B14F-4D97-AF65-F5344CB8AC3E}">
        <p14:creationId xmlns:p14="http://schemas.microsoft.com/office/powerpoint/2010/main" val="35626735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71EDA-2695-7F90-B657-E88CD50FD75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872F07E-B06C-585E-506B-209CD696888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4D828EB-BF3F-D0E4-7C9B-E71A2F2D87F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0126826-2467-F18A-9DF3-9CBF8704DDC7}"/>
              </a:ext>
            </a:extLst>
          </p:cNvPr>
          <p:cNvSpPr>
            <a:spLocks noGrp="1"/>
          </p:cNvSpPr>
          <p:nvPr>
            <p:ph type="sldNum" sz="quarter" idx="5"/>
          </p:nvPr>
        </p:nvSpPr>
        <p:spPr/>
        <p:txBody>
          <a:bodyPr/>
          <a:lstStyle/>
          <a:p>
            <a:fld id="{D64BB0EB-FC31-464F-BD76-BFDCC73E9C7D}" type="slidenum">
              <a:rPr lang="pt-BR" smtClean="0"/>
              <a:t>50</a:t>
            </a:fld>
            <a:endParaRPr lang="pt-BR"/>
          </a:p>
        </p:txBody>
      </p:sp>
    </p:spTree>
    <p:extLst>
      <p:ext uri="{BB962C8B-B14F-4D97-AF65-F5344CB8AC3E}">
        <p14:creationId xmlns:p14="http://schemas.microsoft.com/office/powerpoint/2010/main" val="166636495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DC572-F81A-6469-9901-E08D6ED3FBE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7BB2360-9D95-F544-71B5-4C7E9458421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1FF33A-D552-B643-FF4D-FA16DAA6D87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7F0CC44-B8FA-2BE8-8C64-A1ADE5D9B15B}"/>
              </a:ext>
            </a:extLst>
          </p:cNvPr>
          <p:cNvSpPr>
            <a:spLocks noGrp="1"/>
          </p:cNvSpPr>
          <p:nvPr>
            <p:ph type="sldNum" sz="quarter" idx="5"/>
          </p:nvPr>
        </p:nvSpPr>
        <p:spPr/>
        <p:txBody>
          <a:bodyPr/>
          <a:lstStyle/>
          <a:p>
            <a:fld id="{D64BB0EB-FC31-464F-BD76-BFDCC73E9C7D}" type="slidenum">
              <a:rPr lang="pt-BR" smtClean="0"/>
              <a:t>51</a:t>
            </a:fld>
            <a:endParaRPr lang="pt-BR"/>
          </a:p>
        </p:txBody>
      </p:sp>
    </p:spTree>
    <p:extLst>
      <p:ext uri="{BB962C8B-B14F-4D97-AF65-F5344CB8AC3E}">
        <p14:creationId xmlns:p14="http://schemas.microsoft.com/office/powerpoint/2010/main" val="18643292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DC61-B074-DF66-52DB-FCE5E3525E5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AA04DE3-1AEA-FEFD-45B9-E1B4F2070CE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C8CBEA3-AA0F-539F-EFBA-9D44FF4CFB5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481F268-205D-1020-B90F-8D67AE5CD308}"/>
              </a:ext>
            </a:extLst>
          </p:cNvPr>
          <p:cNvSpPr>
            <a:spLocks noGrp="1"/>
          </p:cNvSpPr>
          <p:nvPr>
            <p:ph type="sldNum" sz="quarter" idx="5"/>
          </p:nvPr>
        </p:nvSpPr>
        <p:spPr/>
        <p:txBody>
          <a:bodyPr/>
          <a:lstStyle/>
          <a:p>
            <a:fld id="{D64BB0EB-FC31-464F-BD76-BFDCC73E9C7D}" type="slidenum">
              <a:rPr lang="pt-BR" smtClean="0"/>
              <a:t>52</a:t>
            </a:fld>
            <a:endParaRPr lang="pt-BR"/>
          </a:p>
        </p:txBody>
      </p:sp>
    </p:spTree>
    <p:extLst>
      <p:ext uri="{BB962C8B-B14F-4D97-AF65-F5344CB8AC3E}">
        <p14:creationId xmlns:p14="http://schemas.microsoft.com/office/powerpoint/2010/main" val="20550985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25B22-7664-0A81-E1EA-E5E386E5A17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FB75DA-E418-536C-82BC-FD91DA758DC2}"/>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9AA6AA8-06BD-4C89-5554-49782500539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7D1C95C-671F-97BE-930F-112F7BFAE91C}"/>
              </a:ext>
            </a:extLst>
          </p:cNvPr>
          <p:cNvSpPr>
            <a:spLocks noGrp="1"/>
          </p:cNvSpPr>
          <p:nvPr>
            <p:ph type="sldNum" sz="quarter" idx="5"/>
          </p:nvPr>
        </p:nvSpPr>
        <p:spPr/>
        <p:txBody>
          <a:bodyPr/>
          <a:lstStyle/>
          <a:p>
            <a:fld id="{D64BB0EB-FC31-464F-BD76-BFDCC73E9C7D}" type="slidenum">
              <a:rPr lang="pt-BR" smtClean="0"/>
              <a:t>53</a:t>
            </a:fld>
            <a:endParaRPr lang="pt-BR"/>
          </a:p>
        </p:txBody>
      </p:sp>
    </p:spTree>
    <p:extLst>
      <p:ext uri="{BB962C8B-B14F-4D97-AF65-F5344CB8AC3E}">
        <p14:creationId xmlns:p14="http://schemas.microsoft.com/office/powerpoint/2010/main" val="14827220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4383-E537-A0E2-E00C-16E04C659B69}"/>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27D5485-253E-63E3-910F-C10C9B1E285D}"/>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25B47C7-8253-92F4-D4FB-CA36D134613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3F4804A5-DA13-477B-DB2F-E5A26FFBBE33}"/>
              </a:ext>
            </a:extLst>
          </p:cNvPr>
          <p:cNvSpPr>
            <a:spLocks noGrp="1"/>
          </p:cNvSpPr>
          <p:nvPr>
            <p:ph type="sldNum" sz="quarter" idx="5"/>
          </p:nvPr>
        </p:nvSpPr>
        <p:spPr/>
        <p:txBody>
          <a:bodyPr/>
          <a:lstStyle/>
          <a:p>
            <a:fld id="{D64BB0EB-FC31-464F-BD76-BFDCC73E9C7D}" type="slidenum">
              <a:rPr lang="pt-BR" smtClean="0"/>
              <a:t>54</a:t>
            </a:fld>
            <a:endParaRPr lang="pt-BR"/>
          </a:p>
        </p:txBody>
      </p:sp>
    </p:spTree>
    <p:extLst>
      <p:ext uri="{BB962C8B-B14F-4D97-AF65-F5344CB8AC3E}">
        <p14:creationId xmlns:p14="http://schemas.microsoft.com/office/powerpoint/2010/main" val="40041275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0DEBE-56E0-7A7C-72BE-9065A6324F7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30787EC-DB7E-798B-D1F5-21D9A4D60B6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4C01C0D-F9B3-B7D4-FCFE-9E4FD7FBB361}"/>
              </a:ext>
            </a:extLst>
          </p:cNvPr>
          <p:cNvSpPr>
            <a:spLocks noGrp="1"/>
          </p:cNvSpPr>
          <p:nvPr>
            <p:ph type="body" idx="1"/>
          </p:nvPr>
        </p:nvSpPr>
        <p:spPr/>
        <p:txBody>
          <a:bodyPr/>
          <a:lstStyle/>
          <a:p>
            <a:r>
              <a:rPr lang="pt-BR" dirty="0" err="1"/>
              <a:t>Journaling</a:t>
            </a:r>
            <a:r>
              <a:rPr lang="pt-BR" dirty="0"/>
              <a:t> – armazenar histórico de mudanças em um arquivo </a:t>
            </a:r>
            <a:r>
              <a:rPr lang="pt-BR" dirty="0" err="1"/>
              <a:t>called</a:t>
            </a:r>
            <a:r>
              <a:rPr lang="pt-BR" dirty="0"/>
              <a:t> </a:t>
            </a:r>
            <a:r>
              <a:rPr lang="pt-BR" dirty="0" err="1"/>
              <a:t>journal</a:t>
            </a:r>
            <a:endParaRPr lang="pt-BR" dirty="0"/>
          </a:p>
        </p:txBody>
      </p:sp>
      <p:sp>
        <p:nvSpPr>
          <p:cNvPr id="4" name="Espaço Reservado para Número de Slide 3">
            <a:extLst>
              <a:ext uri="{FF2B5EF4-FFF2-40B4-BE49-F238E27FC236}">
                <a16:creationId xmlns:a16="http://schemas.microsoft.com/office/drawing/2014/main" id="{6D4B88D5-CEF3-DBBD-3B3F-71893331D963}"/>
              </a:ext>
            </a:extLst>
          </p:cNvPr>
          <p:cNvSpPr>
            <a:spLocks noGrp="1"/>
          </p:cNvSpPr>
          <p:nvPr>
            <p:ph type="sldNum" sz="quarter" idx="5"/>
          </p:nvPr>
        </p:nvSpPr>
        <p:spPr/>
        <p:txBody>
          <a:bodyPr/>
          <a:lstStyle/>
          <a:p>
            <a:fld id="{D64BB0EB-FC31-464F-BD76-BFDCC73E9C7D}" type="slidenum">
              <a:rPr lang="pt-BR" smtClean="0"/>
              <a:t>55</a:t>
            </a:fld>
            <a:endParaRPr lang="pt-BR"/>
          </a:p>
        </p:txBody>
      </p:sp>
    </p:spTree>
    <p:extLst>
      <p:ext uri="{BB962C8B-B14F-4D97-AF65-F5344CB8AC3E}">
        <p14:creationId xmlns:p14="http://schemas.microsoft.com/office/powerpoint/2010/main" val="397979370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5EC28-78AB-119F-F769-BDBFCBD9F03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1C81C91-6F94-22ED-92FC-FE8650AD152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8AD67F-B305-D87D-3E2A-1BF15DB3BFE9}"/>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CA3AD11-6256-7B67-700D-DDFD3C67353B}"/>
              </a:ext>
            </a:extLst>
          </p:cNvPr>
          <p:cNvSpPr>
            <a:spLocks noGrp="1"/>
          </p:cNvSpPr>
          <p:nvPr>
            <p:ph type="sldNum" sz="quarter" idx="5"/>
          </p:nvPr>
        </p:nvSpPr>
        <p:spPr/>
        <p:txBody>
          <a:bodyPr/>
          <a:lstStyle/>
          <a:p>
            <a:fld id="{D64BB0EB-FC31-464F-BD76-BFDCC73E9C7D}" type="slidenum">
              <a:rPr lang="pt-BR" smtClean="0"/>
              <a:t>56</a:t>
            </a:fld>
            <a:endParaRPr lang="pt-BR"/>
          </a:p>
        </p:txBody>
      </p:sp>
    </p:spTree>
    <p:extLst>
      <p:ext uri="{BB962C8B-B14F-4D97-AF65-F5344CB8AC3E}">
        <p14:creationId xmlns:p14="http://schemas.microsoft.com/office/powerpoint/2010/main" val="14539218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801F-01D1-0045-E63B-97B1CF64EEA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74A4A50-7CD6-DDB2-0027-1016E7BC17A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CE02E97-78A8-962F-A4E3-0A9AC395959A}"/>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F6230198-231E-C368-DCC8-86120F7FF737}"/>
              </a:ext>
            </a:extLst>
          </p:cNvPr>
          <p:cNvSpPr>
            <a:spLocks noGrp="1"/>
          </p:cNvSpPr>
          <p:nvPr>
            <p:ph type="sldNum" sz="quarter" idx="5"/>
          </p:nvPr>
        </p:nvSpPr>
        <p:spPr/>
        <p:txBody>
          <a:bodyPr/>
          <a:lstStyle/>
          <a:p>
            <a:fld id="{D64BB0EB-FC31-464F-BD76-BFDCC73E9C7D}" type="slidenum">
              <a:rPr lang="pt-BR" smtClean="0"/>
              <a:t>57</a:t>
            </a:fld>
            <a:endParaRPr lang="pt-BR"/>
          </a:p>
        </p:txBody>
      </p:sp>
    </p:spTree>
    <p:extLst>
      <p:ext uri="{BB962C8B-B14F-4D97-AF65-F5344CB8AC3E}">
        <p14:creationId xmlns:p14="http://schemas.microsoft.com/office/powerpoint/2010/main" val="22191926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14839-98A9-7DCB-EE81-F30FC12DCD0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D344971-9647-D57F-C0E4-2CAD186FB62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80E606B-554D-0DA3-5C63-CCF1270DE49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16DA6FCA-5DC4-E2C7-7586-E972B44E8857}"/>
              </a:ext>
            </a:extLst>
          </p:cNvPr>
          <p:cNvSpPr>
            <a:spLocks noGrp="1"/>
          </p:cNvSpPr>
          <p:nvPr>
            <p:ph type="sldNum" sz="quarter" idx="5"/>
          </p:nvPr>
        </p:nvSpPr>
        <p:spPr/>
        <p:txBody>
          <a:bodyPr/>
          <a:lstStyle/>
          <a:p>
            <a:fld id="{D64BB0EB-FC31-464F-BD76-BFDCC73E9C7D}" type="slidenum">
              <a:rPr lang="pt-BR" smtClean="0"/>
              <a:t>58</a:t>
            </a:fld>
            <a:endParaRPr lang="pt-BR"/>
          </a:p>
        </p:txBody>
      </p:sp>
    </p:spTree>
    <p:extLst>
      <p:ext uri="{BB962C8B-B14F-4D97-AF65-F5344CB8AC3E}">
        <p14:creationId xmlns:p14="http://schemas.microsoft.com/office/powerpoint/2010/main" val="42474396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9715B-F291-EADE-41E3-1935031D6F9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A915F29-0892-92C2-A7AA-C66677D561D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B3AEEF1-609E-BE3D-7F6F-A73D9FDB058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4CFEABF8-3505-6AA3-0AF9-2EA95F43DD9F}"/>
              </a:ext>
            </a:extLst>
          </p:cNvPr>
          <p:cNvSpPr>
            <a:spLocks noGrp="1"/>
          </p:cNvSpPr>
          <p:nvPr>
            <p:ph type="sldNum" sz="quarter" idx="5"/>
          </p:nvPr>
        </p:nvSpPr>
        <p:spPr/>
        <p:txBody>
          <a:bodyPr/>
          <a:lstStyle/>
          <a:p>
            <a:fld id="{D64BB0EB-FC31-464F-BD76-BFDCC73E9C7D}" type="slidenum">
              <a:rPr lang="pt-BR" smtClean="0"/>
              <a:t>59</a:t>
            </a:fld>
            <a:endParaRPr lang="pt-BR"/>
          </a:p>
        </p:txBody>
      </p:sp>
    </p:spTree>
    <p:extLst>
      <p:ext uri="{BB962C8B-B14F-4D97-AF65-F5344CB8AC3E}">
        <p14:creationId xmlns:p14="http://schemas.microsoft.com/office/powerpoint/2010/main" val="10706733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BD46B-FE0B-2DBE-643D-FC53A0EE0BD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F0730BA-B083-52D4-4A4B-20D51E03837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00A05BD-DE7E-AE4D-5AE1-21E38BC2F16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992D59C-7A24-8FC7-4B90-4AB434E0F50D}"/>
              </a:ext>
            </a:extLst>
          </p:cNvPr>
          <p:cNvSpPr>
            <a:spLocks noGrp="1"/>
          </p:cNvSpPr>
          <p:nvPr>
            <p:ph type="sldNum" sz="quarter" idx="5"/>
          </p:nvPr>
        </p:nvSpPr>
        <p:spPr/>
        <p:txBody>
          <a:bodyPr/>
          <a:lstStyle/>
          <a:p>
            <a:fld id="{D64BB0EB-FC31-464F-BD76-BFDCC73E9C7D}" type="slidenum">
              <a:rPr lang="pt-BR" smtClean="0"/>
              <a:t>60</a:t>
            </a:fld>
            <a:endParaRPr lang="pt-BR"/>
          </a:p>
        </p:txBody>
      </p:sp>
    </p:spTree>
    <p:extLst>
      <p:ext uri="{BB962C8B-B14F-4D97-AF65-F5344CB8AC3E}">
        <p14:creationId xmlns:p14="http://schemas.microsoft.com/office/powerpoint/2010/main" val="17877357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20FFE-BD2C-A900-BD83-CFAB4D0BAD5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B99CE57B-0299-6E63-C818-C5102251EBF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465A37C-F662-D357-F02E-216466462BD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200" b="1" dirty="0">
                <a:solidFill>
                  <a:srgbClr val="FF0000"/>
                </a:solidFill>
              </a:rPr>
              <a:t>Opção de capa – se quiser duplicar a capa, clicar com o botão direito em cima do slide e selecionar “Duplicar </a:t>
            </a:r>
            <a:r>
              <a:rPr lang="pt-BR" sz="1200" b="1" kern="1200" dirty="0">
                <a:solidFill>
                  <a:srgbClr val="FF0000"/>
                </a:solidFill>
                <a:latin typeface="+mn-lt"/>
                <a:ea typeface="+mn-ea"/>
                <a:cs typeface="+mn-cs"/>
              </a:rPr>
              <a:t>Slide</a:t>
            </a:r>
            <a:r>
              <a:rPr lang="pt-BR" sz="1200" b="1" dirty="0">
                <a:solidFill>
                  <a:srgbClr val="FF0000"/>
                </a:solidFill>
              </a:rPr>
              <a:t>”</a:t>
            </a:r>
          </a:p>
          <a:p>
            <a:endParaRPr lang="pt-BR" dirty="0"/>
          </a:p>
        </p:txBody>
      </p:sp>
      <p:sp>
        <p:nvSpPr>
          <p:cNvPr id="4" name="Espaço Reservado para Número de Slide 3">
            <a:extLst>
              <a:ext uri="{FF2B5EF4-FFF2-40B4-BE49-F238E27FC236}">
                <a16:creationId xmlns:a16="http://schemas.microsoft.com/office/drawing/2014/main" id="{E79173FF-1251-3B22-C55E-1A91548E17E7}"/>
              </a:ext>
            </a:extLst>
          </p:cNvPr>
          <p:cNvSpPr>
            <a:spLocks noGrp="1"/>
          </p:cNvSpPr>
          <p:nvPr>
            <p:ph type="sldNum" sz="quarter" idx="5"/>
          </p:nvPr>
        </p:nvSpPr>
        <p:spPr/>
        <p:txBody>
          <a:bodyPr/>
          <a:lstStyle/>
          <a:p>
            <a:fld id="{D64BB0EB-FC31-464F-BD76-BFDCC73E9C7D}" type="slidenum">
              <a:rPr lang="pt-BR" smtClean="0"/>
              <a:t>61</a:t>
            </a:fld>
            <a:endParaRPr lang="pt-BR"/>
          </a:p>
        </p:txBody>
      </p:sp>
    </p:spTree>
    <p:extLst>
      <p:ext uri="{BB962C8B-B14F-4D97-AF65-F5344CB8AC3E}">
        <p14:creationId xmlns:p14="http://schemas.microsoft.com/office/powerpoint/2010/main" val="2881958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914400" y="2130426"/>
            <a:ext cx="10363200" cy="1470025"/>
          </a:xfrm>
        </p:spPr>
        <p:txBody>
          <a:bodyPr/>
          <a:lstStyle/>
          <a:p>
            <a:r>
              <a:rPr lang="pt-BR"/>
              <a:t>Clique para editar o estilo do título mestre</a:t>
            </a:r>
          </a:p>
        </p:txBody>
      </p:sp>
      <p:sp>
        <p:nvSpPr>
          <p:cNvPr id="3" name="Subtítu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963084" y="4406901"/>
            <a:ext cx="10363200" cy="1362075"/>
          </a:xfrm>
        </p:spPr>
        <p:txBody>
          <a:bodyPr anchor="t"/>
          <a:lstStyle>
            <a:lvl1pPr algn="l">
              <a:defRPr sz="4000" b="1" cap="all"/>
            </a:lvl1pPr>
          </a:lstStyle>
          <a:p>
            <a:r>
              <a:rPr lang="pt-BR"/>
              <a:t>Clique para editar o estilo do título mestre</a:t>
            </a:r>
          </a:p>
        </p:txBody>
      </p:sp>
      <p:sp>
        <p:nvSpPr>
          <p:cNvPr id="3" name="Espaço Reservado para Texto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os estilos do texto mestre</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28/08/2026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4" name="Espaço Reservado para Conteúd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do texto mestre</a:t>
            </a:r>
          </a:p>
        </p:txBody>
      </p:sp>
      <p:sp>
        <p:nvSpPr>
          <p:cNvPr id="6" name="Espaço Reservado para Conteúdo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p:cNvSpPr>
            <a:spLocks noGrp="1"/>
          </p:cNvSpPr>
          <p:nvPr>
            <p:ph type="dt" sz="half" idx="10"/>
          </p:nvPr>
        </p:nvSpPr>
        <p:spPr/>
        <p:txBody>
          <a:bodyPr/>
          <a:lstStyle/>
          <a:p>
            <a:fld id="{888A29BA-70D4-4549-895B-11AE0AA21590}" type="datetimeFigureOut">
              <a:rPr lang="pt-BR" smtClean="0"/>
              <a:t>28/08/2026</a:t>
            </a:fld>
            <a:endParaRPr lang="pt-BR"/>
          </a:p>
        </p:txBody>
      </p:sp>
      <p:sp>
        <p:nvSpPr>
          <p:cNvPr id="8" name="Espaço Reservado para Rodapé 7"/>
          <p:cNvSpPr>
            <a:spLocks noGrp="1"/>
          </p:cNvSpPr>
          <p:nvPr>
            <p:ph type="ftr" sz="quarter" idx="11"/>
          </p:nvPr>
        </p:nvSpPr>
        <p:spPr/>
        <p:txBody>
          <a:bodyPr/>
          <a:lstStyle/>
          <a:p>
            <a:endParaRPr lang="pt-BR"/>
          </a:p>
        </p:txBody>
      </p:sp>
      <p:sp>
        <p:nvSpPr>
          <p:cNvPr id="9" name="Espaço Reservado para Número de Slide 8"/>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Data 2"/>
          <p:cNvSpPr>
            <a:spLocks noGrp="1"/>
          </p:cNvSpPr>
          <p:nvPr>
            <p:ph type="dt" sz="half" idx="10"/>
          </p:nvPr>
        </p:nvSpPr>
        <p:spPr/>
        <p:txBody>
          <a:bodyPr/>
          <a:lstStyle/>
          <a:p>
            <a:fld id="{888A29BA-70D4-4549-895B-11AE0AA21590}" type="datetimeFigureOut">
              <a:rPr lang="pt-BR" smtClean="0"/>
              <a:t>28/08/2026</a:t>
            </a:fld>
            <a:endParaRPr lang="pt-BR"/>
          </a:p>
        </p:txBody>
      </p:sp>
      <p:sp>
        <p:nvSpPr>
          <p:cNvPr id="4" name="Espaço Reservado para Rodapé 3"/>
          <p:cNvSpPr>
            <a:spLocks noGrp="1"/>
          </p:cNvSpPr>
          <p:nvPr>
            <p:ph type="ftr" sz="quarter" idx="11"/>
          </p:nvPr>
        </p:nvSpPr>
        <p:spPr/>
        <p:txBody>
          <a:bodyPr/>
          <a:lstStyle/>
          <a:p>
            <a:endParaRPr lang="pt-BR"/>
          </a:p>
        </p:txBody>
      </p:sp>
      <p:sp>
        <p:nvSpPr>
          <p:cNvPr id="5" name="Espaço Reservado para Número de Slide 4"/>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888A29BA-70D4-4549-895B-11AE0AA21590}" type="datetimeFigureOut">
              <a:rPr lang="pt-BR" smtClean="0"/>
              <a:t>28/08/2026</a:t>
            </a:fld>
            <a:endParaRPr lang="pt-BR"/>
          </a:p>
        </p:txBody>
      </p:sp>
      <p:sp>
        <p:nvSpPr>
          <p:cNvPr id="3" name="Espaço Reservado para Rodapé 2"/>
          <p:cNvSpPr>
            <a:spLocks noGrp="1"/>
          </p:cNvSpPr>
          <p:nvPr>
            <p:ph type="ftr" sz="quarter" idx="11"/>
          </p:nvPr>
        </p:nvSpPr>
        <p:spPr/>
        <p:txBody>
          <a:bodyPr/>
          <a:lstStyle/>
          <a:p>
            <a:endParaRPr lang="pt-BR"/>
          </a:p>
        </p:txBody>
      </p:sp>
      <p:sp>
        <p:nvSpPr>
          <p:cNvPr id="4" name="Espaço Reservado para Número de Slide 3"/>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09601" y="273050"/>
            <a:ext cx="4011084" cy="1162050"/>
          </a:xfrm>
        </p:spPr>
        <p:txBody>
          <a:bodyPr anchor="b"/>
          <a:lstStyle>
            <a:lvl1pPr algn="l">
              <a:defRPr sz="2000" b="1"/>
            </a:lvl1pPr>
          </a:lstStyle>
          <a:p>
            <a:r>
              <a:rPr lang="pt-BR"/>
              <a:t>Clique para editar o estilo do título mestre</a:t>
            </a:r>
          </a:p>
        </p:txBody>
      </p:sp>
      <p:sp>
        <p:nvSpPr>
          <p:cNvPr id="3" name="Espaço Reservado para Conteúdo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28/08/2026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2389717" y="4800600"/>
            <a:ext cx="7315200" cy="566738"/>
          </a:xfrm>
        </p:spPr>
        <p:txBody>
          <a:bodyPr anchor="b"/>
          <a:lstStyle>
            <a:lvl1pPr algn="l">
              <a:defRPr sz="2000" b="1"/>
            </a:lvl1pPr>
          </a:lstStyle>
          <a:p>
            <a:r>
              <a:rPr lang="pt-BR"/>
              <a:t>Clique para editar o estilo do título mestre</a:t>
            </a:r>
          </a:p>
        </p:txBody>
      </p:sp>
      <p:sp>
        <p:nvSpPr>
          <p:cNvPr id="3" name="Espaço Reservado para Imagem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os estilos do texto mestre</a:t>
            </a:r>
          </a:p>
        </p:txBody>
      </p:sp>
      <p:sp>
        <p:nvSpPr>
          <p:cNvPr id="5" name="Espaço Reservado para Data 4"/>
          <p:cNvSpPr>
            <a:spLocks noGrp="1"/>
          </p:cNvSpPr>
          <p:nvPr>
            <p:ph type="dt" sz="half" idx="10"/>
          </p:nvPr>
        </p:nvSpPr>
        <p:spPr/>
        <p:txBody>
          <a:bodyPr/>
          <a:lstStyle/>
          <a:p>
            <a:fld id="{888A29BA-70D4-4549-895B-11AE0AA21590}" type="datetimeFigureOut">
              <a:rPr lang="pt-BR" smtClean="0"/>
              <a:t>28/08/2026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39200" y="274639"/>
            <a:ext cx="2743200" cy="5851525"/>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609600" y="274639"/>
            <a:ext cx="8026400" cy="5851525"/>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10"/>
          </p:nvPr>
        </p:nvSpPr>
        <p:spPr/>
        <p:txBody>
          <a:body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11"/>
          </p:nvPr>
        </p:nvSpPr>
        <p:spPr/>
        <p:txBody>
          <a:bodyPr/>
          <a:lstStyle/>
          <a:p>
            <a:endParaRPr lang="pt-BR"/>
          </a:p>
        </p:txBody>
      </p:sp>
      <p:sp>
        <p:nvSpPr>
          <p:cNvPr id="6" name="Espaço Reservado para Número de Slide 5"/>
          <p:cNvSpPr>
            <a:spLocks noGrp="1"/>
          </p:cNvSpPr>
          <p:nvPr>
            <p:ph type="sldNum" sz="quarter" idx="12"/>
          </p:nvPr>
        </p:nvSpPr>
        <p:spPr/>
        <p:txBody>
          <a:bodyPr/>
          <a:lstStyle/>
          <a:p>
            <a:fld id="{0CE34B6E-6A5D-4D24-A5B3-79481C12667C}" type="slidenum">
              <a:rPr lang="pt-BR" smtClean="0"/>
              <a:t>‹#›</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pt-BR"/>
              <a:t>Clique para editar o estilo do título mestre</a:t>
            </a:r>
          </a:p>
        </p:txBody>
      </p:sp>
      <p:sp>
        <p:nvSpPr>
          <p:cNvPr id="3" name="Espaço Reservado para Tex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8A29BA-70D4-4549-895B-11AE0AA21590}" type="datetimeFigureOut">
              <a:rPr lang="pt-BR" smtClean="0"/>
              <a:t>28/08/2026</a:t>
            </a:fld>
            <a:endParaRPr lang="pt-BR"/>
          </a:p>
        </p:txBody>
      </p:sp>
      <p:sp>
        <p:nvSpPr>
          <p:cNvPr id="5" name="Espaço Reservado para Rodapé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E34B6E-6A5D-4D24-A5B3-79481C12667C}" type="slidenum">
              <a:rPr lang="pt-BR" smtClean="0"/>
              <a:t>‹#›</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jp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1.jp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22.jp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24.jp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5.xml"/><Relationship Id="rId4" Type="http://schemas.openxmlformats.org/officeDocument/2006/relationships/image" Target="../media/image26.jp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1.jpeg"/><Relationship Id="rId4" Type="http://schemas.openxmlformats.org/officeDocument/2006/relationships/image" Target="../media/image30.jp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8.jpg"/><Relationship Id="rId5" Type="http://schemas.openxmlformats.org/officeDocument/2006/relationships/image" Target="../media/image37.jpg"/><Relationship Id="rId4" Type="http://schemas.openxmlformats.org/officeDocument/2006/relationships/image" Target="../media/image36.jp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1.jpg"/><Relationship Id="rId5" Type="http://schemas.openxmlformats.org/officeDocument/2006/relationships/image" Target="../media/image40.jpg"/><Relationship Id="rId4" Type="http://schemas.openxmlformats.org/officeDocument/2006/relationships/image" Target="../media/image39.jp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44.jpg"/><Relationship Id="rId5" Type="http://schemas.openxmlformats.org/officeDocument/2006/relationships/image" Target="../media/image43.jpg"/><Relationship Id="rId4" Type="http://schemas.openxmlformats.org/officeDocument/2006/relationships/image" Target="../media/image42.jp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46.jpg"/><Relationship Id="rId4" Type="http://schemas.openxmlformats.org/officeDocument/2006/relationships/image" Target="../media/image45.jp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8.jp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9.jp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52.jpg"/><Relationship Id="rId4" Type="http://schemas.openxmlformats.org/officeDocument/2006/relationships/image" Target="../media/image51.jp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58.jpg"/><Relationship Id="rId4" Type="http://schemas.openxmlformats.org/officeDocument/2006/relationships/image" Target="../media/image57.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jpg"/><Relationship Id="rId4" Type="http://schemas.openxmlformats.org/officeDocument/2006/relationships/image" Target="../media/image59.jp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62.jp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63.jp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67.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6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6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04AFBFF-E0BF-6476-D01C-E3695E7F5BB4}"/>
              </a:ext>
            </a:extLst>
          </p:cNvPr>
          <p:cNvSpPr txBox="1"/>
          <p:nvPr/>
        </p:nvSpPr>
        <p:spPr>
          <a:xfrm>
            <a:off x="5015880" y="1052736"/>
            <a:ext cx="6048672" cy="1200329"/>
          </a:xfrm>
          <a:prstGeom prst="rect">
            <a:avLst/>
          </a:prstGeom>
          <a:noFill/>
        </p:spPr>
        <p:txBody>
          <a:bodyPr wrap="square" rtlCol="0">
            <a:spAutoFit/>
          </a:bodyPr>
          <a:lstStyle/>
          <a:p>
            <a:pPr algn="ctr"/>
            <a:r>
              <a:rPr lang="pt-BR" sz="3600" b="1" dirty="0">
                <a:solidFill>
                  <a:srgbClr val="1B2874"/>
                </a:solidFill>
                <a:latin typeface="Arial" panose="020B0604020202020204" pitchFamily="34" charset="0"/>
                <a:cs typeface="Arial" panose="020B0604020202020204" pitchFamily="34" charset="0"/>
              </a:rPr>
              <a:t>Computadores e seu componentes</a:t>
            </a:r>
          </a:p>
        </p:txBody>
      </p:sp>
      <p:sp>
        <p:nvSpPr>
          <p:cNvPr id="4" name="CaixaDeTexto 3">
            <a:extLst>
              <a:ext uri="{FF2B5EF4-FFF2-40B4-BE49-F238E27FC236}">
                <a16:creationId xmlns:a16="http://schemas.microsoft.com/office/drawing/2014/main" id="{8F5FA22B-50F1-0D09-2306-2C02FAB88B98}"/>
              </a:ext>
            </a:extLst>
          </p:cNvPr>
          <p:cNvSpPr txBox="1"/>
          <p:nvPr/>
        </p:nvSpPr>
        <p:spPr>
          <a:xfrm>
            <a:off x="3791744" y="3501008"/>
            <a:ext cx="8496944" cy="1200329"/>
          </a:xfrm>
          <a:prstGeom prst="rect">
            <a:avLst/>
          </a:prstGeom>
          <a:noFill/>
        </p:spPr>
        <p:txBody>
          <a:bodyPr wrap="square" rtlCol="0">
            <a:spAutoFit/>
          </a:bodyPr>
          <a:lstStyle/>
          <a:p>
            <a:pPr algn="ctr"/>
            <a:r>
              <a:rPr lang="pt-BR" sz="2400" dirty="0">
                <a:latin typeface="Arial" panose="020B0604020202020204" pitchFamily="34" charset="0"/>
                <a:cs typeface="Arial" panose="020B0604020202020204" pitchFamily="34" charset="0"/>
              </a:rPr>
              <a:t>Antonio Mauro Rezende, Ph.D.</a:t>
            </a:r>
          </a:p>
          <a:p>
            <a:pPr algn="ctr"/>
            <a:r>
              <a:rPr lang="pt-BR" sz="2400" dirty="0">
                <a:latin typeface="Arial" panose="020B0604020202020204" pitchFamily="34" charset="0"/>
                <a:cs typeface="Arial" panose="020B0604020202020204" pitchFamily="34" charset="0"/>
              </a:rPr>
              <a:t>Biotecnologia Aplicada ao Estudo de Patógenos</a:t>
            </a:r>
          </a:p>
          <a:p>
            <a:pPr algn="ctr"/>
            <a:r>
              <a:rPr lang="pt-BR" sz="2400" dirty="0">
                <a:latin typeface="Arial" panose="020B0604020202020204" pitchFamily="34" charset="0"/>
                <a:cs typeface="Arial" panose="020B0604020202020204" pitchFamily="34" charset="0"/>
              </a:rPr>
              <a:t>Instituto René Rachou, Fiocruz Minas</a:t>
            </a:r>
          </a:p>
        </p:txBody>
      </p:sp>
      <p:pic>
        <p:nvPicPr>
          <p:cNvPr id="6" name="Gráfico 5">
            <a:extLst>
              <a:ext uri="{FF2B5EF4-FFF2-40B4-BE49-F238E27FC236}">
                <a16:creationId xmlns:a16="http://schemas.microsoft.com/office/drawing/2014/main" id="{EC4252CA-80FE-F2F0-C45B-C79EF732597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35960" y="5841576"/>
            <a:ext cx="4623966" cy="579642"/>
          </a:xfrm>
          <a:prstGeom prst="rect">
            <a:avLst/>
          </a:prstGeom>
        </p:spPr>
      </p:pic>
    </p:spTree>
    <p:extLst>
      <p:ext uri="{BB962C8B-B14F-4D97-AF65-F5344CB8AC3E}">
        <p14:creationId xmlns:p14="http://schemas.microsoft.com/office/powerpoint/2010/main" val="2289915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DE85EE-8392-8DC5-E393-BC77F4B9490C}"/>
              </a:ext>
            </a:extLst>
          </p:cNvPr>
          <p:cNvSpPr>
            <a:spLocks noGrp="1"/>
          </p:cNvSpPr>
          <p:nvPr>
            <p:ph type="title"/>
          </p:nvPr>
        </p:nvSpPr>
        <p:spPr/>
        <p:txBody>
          <a:bodyPr/>
          <a:lstStyle/>
          <a:p>
            <a:r>
              <a:rPr lang="en-BE" dirty="0">
                <a:solidFill>
                  <a:srgbClr val="1B2874"/>
                </a:solidFill>
              </a:rPr>
              <a:t>Disclaimers:</a:t>
            </a:r>
          </a:p>
        </p:txBody>
      </p:sp>
      <p:sp>
        <p:nvSpPr>
          <p:cNvPr id="7" name="Content Placeholder 6">
            <a:extLst>
              <a:ext uri="{FF2B5EF4-FFF2-40B4-BE49-F238E27FC236}">
                <a16:creationId xmlns:a16="http://schemas.microsoft.com/office/drawing/2014/main" id="{22019CA1-2D21-425B-D1E8-F7849628EAAB}"/>
              </a:ext>
            </a:extLst>
          </p:cNvPr>
          <p:cNvSpPr>
            <a:spLocks noGrp="1"/>
          </p:cNvSpPr>
          <p:nvPr>
            <p:ph idx="1"/>
          </p:nvPr>
        </p:nvSpPr>
        <p:spPr/>
        <p:txBody>
          <a:bodyPr/>
          <a:lstStyle/>
          <a:p>
            <a:pPr algn="just"/>
            <a:endParaRPr lang="en-GB" dirty="0">
              <a:solidFill>
                <a:srgbClr val="1B2874"/>
              </a:solidFill>
            </a:endParaRPr>
          </a:p>
          <a:p>
            <a:pPr algn="just"/>
            <a:r>
              <a:rPr lang="en-GB" dirty="0">
                <a:solidFill>
                  <a:srgbClr val="1B2874"/>
                </a:solidFill>
              </a:rPr>
              <a:t>O </a:t>
            </a:r>
            <a:r>
              <a:rPr lang="en-GB" dirty="0" err="1">
                <a:solidFill>
                  <a:srgbClr val="1B2874"/>
                </a:solidFill>
              </a:rPr>
              <a:t>conteúdo</a:t>
            </a:r>
            <a:r>
              <a:rPr lang="en-GB" dirty="0">
                <a:solidFill>
                  <a:srgbClr val="1B2874"/>
                </a:solidFill>
              </a:rPr>
              <a:t> dessa </a:t>
            </a:r>
            <a:r>
              <a:rPr lang="en-GB" dirty="0" err="1">
                <a:solidFill>
                  <a:srgbClr val="1B2874"/>
                </a:solidFill>
              </a:rPr>
              <a:t>apresentação</a:t>
            </a:r>
            <a:r>
              <a:rPr lang="en-GB" dirty="0">
                <a:solidFill>
                  <a:srgbClr val="1B2874"/>
                </a:solidFill>
              </a:rPr>
              <a:t> </a:t>
            </a:r>
            <a:r>
              <a:rPr lang="en-GB" dirty="0" err="1">
                <a:solidFill>
                  <a:srgbClr val="1B2874"/>
                </a:solidFill>
              </a:rPr>
              <a:t>representa</a:t>
            </a:r>
            <a:r>
              <a:rPr lang="en-GB" dirty="0">
                <a:solidFill>
                  <a:srgbClr val="1B2874"/>
                </a:solidFill>
              </a:rPr>
              <a:t> a </a:t>
            </a:r>
            <a:r>
              <a:rPr lang="en-GB" dirty="0" err="1">
                <a:solidFill>
                  <a:srgbClr val="1B2874"/>
                </a:solidFill>
              </a:rPr>
              <a:t>minha</a:t>
            </a:r>
            <a:r>
              <a:rPr lang="en-GB" dirty="0">
                <a:solidFill>
                  <a:srgbClr val="1B2874"/>
                </a:solidFill>
              </a:rPr>
              <a:t> </a:t>
            </a:r>
            <a:r>
              <a:rPr lang="en-GB" dirty="0" err="1">
                <a:solidFill>
                  <a:srgbClr val="1B2874"/>
                </a:solidFill>
              </a:rPr>
              <a:t>opinião</a:t>
            </a:r>
            <a:r>
              <a:rPr lang="en-GB" dirty="0">
                <a:solidFill>
                  <a:srgbClr val="1B2874"/>
                </a:solidFill>
              </a:rPr>
              <a:t>. Ele </a:t>
            </a:r>
            <a:r>
              <a:rPr lang="en-GB" dirty="0" err="1">
                <a:solidFill>
                  <a:srgbClr val="1B2874"/>
                </a:solidFill>
              </a:rPr>
              <a:t>não</a:t>
            </a:r>
            <a:r>
              <a:rPr lang="en-GB" dirty="0">
                <a:solidFill>
                  <a:srgbClr val="1B2874"/>
                </a:solidFill>
              </a:rPr>
              <a:t> </a:t>
            </a:r>
            <a:r>
              <a:rPr lang="en-GB" dirty="0" err="1">
                <a:solidFill>
                  <a:srgbClr val="1B2874"/>
                </a:solidFill>
              </a:rPr>
              <a:t>representa</a:t>
            </a:r>
            <a:r>
              <a:rPr lang="en-GB" dirty="0">
                <a:solidFill>
                  <a:srgbClr val="1B2874"/>
                </a:solidFill>
              </a:rPr>
              <a:t> o </a:t>
            </a:r>
            <a:r>
              <a:rPr lang="en-GB" dirty="0" err="1">
                <a:solidFill>
                  <a:srgbClr val="1B2874"/>
                </a:solidFill>
              </a:rPr>
              <a:t>posicionamento</a:t>
            </a:r>
            <a:r>
              <a:rPr lang="en-GB" dirty="0">
                <a:solidFill>
                  <a:srgbClr val="1B2874"/>
                </a:solidFill>
              </a:rPr>
              <a:t> das </a:t>
            </a:r>
            <a:r>
              <a:rPr lang="en-GB" dirty="0" err="1">
                <a:solidFill>
                  <a:srgbClr val="1B2874"/>
                </a:solidFill>
              </a:rPr>
              <a:t>instituições</a:t>
            </a:r>
            <a:r>
              <a:rPr lang="en-GB" dirty="0">
                <a:solidFill>
                  <a:srgbClr val="1B2874"/>
                </a:solidFill>
              </a:rPr>
              <a:t> </a:t>
            </a:r>
            <a:r>
              <a:rPr lang="en-GB" dirty="0" err="1">
                <a:solidFill>
                  <a:srgbClr val="1B2874"/>
                </a:solidFill>
              </a:rPr>
              <a:t>citadas</a:t>
            </a:r>
            <a:r>
              <a:rPr lang="en-GB" dirty="0">
                <a:solidFill>
                  <a:srgbClr val="1B2874"/>
                </a:solidFill>
              </a:rPr>
              <a:t> </a:t>
            </a:r>
            <a:r>
              <a:rPr lang="en-GB" dirty="0" err="1">
                <a:solidFill>
                  <a:srgbClr val="1B2874"/>
                </a:solidFill>
              </a:rPr>
              <a:t>ao</a:t>
            </a:r>
            <a:r>
              <a:rPr lang="en-GB" dirty="0">
                <a:solidFill>
                  <a:srgbClr val="1B2874"/>
                </a:solidFill>
              </a:rPr>
              <a:t> </a:t>
            </a:r>
            <a:r>
              <a:rPr lang="en-GB" dirty="0" err="1">
                <a:solidFill>
                  <a:srgbClr val="1B2874"/>
                </a:solidFill>
              </a:rPr>
              <a:t>longo</a:t>
            </a:r>
            <a:r>
              <a:rPr lang="en-GB" dirty="0">
                <a:solidFill>
                  <a:srgbClr val="1B2874"/>
                </a:solidFill>
              </a:rPr>
              <a:t> da </a:t>
            </a:r>
            <a:r>
              <a:rPr lang="en-GB" dirty="0" err="1">
                <a:solidFill>
                  <a:srgbClr val="1B2874"/>
                </a:solidFill>
              </a:rPr>
              <a:t>minha</a:t>
            </a:r>
            <a:r>
              <a:rPr lang="en-GB" dirty="0">
                <a:solidFill>
                  <a:srgbClr val="1B2874"/>
                </a:solidFill>
              </a:rPr>
              <a:t> </a:t>
            </a:r>
            <a:r>
              <a:rPr lang="en-GB" dirty="0" err="1">
                <a:solidFill>
                  <a:srgbClr val="1B2874"/>
                </a:solidFill>
              </a:rPr>
              <a:t>fala</a:t>
            </a:r>
            <a:r>
              <a:rPr lang="en-GB" dirty="0">
                <a:solidFill>
                  <a:srgbClr val="1B2874"/>
                </a:solidFill>
              </a:rPr>
              <a:t>.</a:t>
            </a:r>
          </a:p>
          <a:p>
            <a:pPr algn="just"/>
            <a:endParaRPr lang="en-GB" dirty="0">
              <a:solidFill>
                <a:srgbClr val="1B2874"/>
              </a:solidFill>
            </a:endParaRPr>
          </a:p>
          <a:p>
            <a:pPr algn="just"/>
            <a:r>
              <a:rPr lang="en-GB" dirty="0" err="1">
                <a:solidFill>
                  <a:srgbClr val="1B2874"/>
                </a:solidFill>
              </a:rPr>
              <a:t>Apresentação</a:t>
            </a:r>
            <a:r>
              <a:rPr lang="en-GB" dirty="0">
                <a:solidFill>
                  <a:srgbClr val="1B2874"/>
                </a:solidFill>
              </a:rPr>
              <a:t> </a:t>
            </a:r>
            <a:r>
              <a:rPr lang="en-GB" dirty="0" err="1">
                <a:solidFill>
                  <a:srgbClr val="1B2874"/>
                </a:solidFill>
              </a:rPr>
              <a:t>foi</a:t>
            </a:r>
            <a:r>
              <a:rPr lang="en-GB" dirty="0">
                <a:solidFill>
                  <a:srgbClr val="1B2874"/>
                </a:solidFill>
              </a:rPr>
              <a:t> </a:t>
            </a:r>
            <a:r>
              <a:rPr lang="en-GB" dirty="0" err="1">
                <a:solidFill>
                  <a:srgbClr val="1B2874"/>
                </a:solidFill>
              </a:rPr>
              <a:t>criada</a:t>
            </a:r>
            <a:r>
              <a:rPr lang="en-GB" dirty="0">
                <a:solidFill>
                  <a:srgbClr val="1B2874"/>
                </a:solidFill>
              </a:rPr>
              <a:t> com o </a:t>
            </a:r>
            <a:r>
              <a:rPr lang="en-GB" dirty="0" err="1">
                <a:solidFill>
                  <a:srgbClr val="1B2874"/>
                </a:solidFill>
              </a:rPr>
              <a:t>suporte</a:t>
            </a:r>
            <a:r>
              <a:rPr lang="en-GB" dirty="0">
                <a:solidFill>
                  <a:srgbClr val="1B2874"/>
                </a:solidFill>
              </a:rPr>
              <a:t> de ferramentas de IA, e </a:t>
            </a:r>
            <a:r>
              <a:rPr lang="en-GB" dirty="0" err="1">
                <a:solidFill>
                  <a:srgbClr val="1B2874"/>
                </a:solidFill>
              </a:rPr>
              <a:t>eu</a:t>
            </a:r>
            <a:r>
              <a:rPr lang="en-GB" dirty="0">
                <a:solidFill>
                  <a:srgbClr val="1B2874"/>
                </a:solidFill>
              </a:rPr>
              <a:t> me </a:t>
            </a:r>
            <a:r>
              <a:rPr lang="en-GB" dirty="0" err="1">
                <a:solidFill>
                  <a:srgbClr val="1B2874"/>
                </a:solidFill>
              </a:rPr>
              <a:t>responsabilizo</a:t>
            </a:r>
            <a:r>
              <a:rPr lang="en-GB" dirty="0">
                <a:solidFill>
                  <a:srgbClr val="1B2874"/>
                </a:solidFill>
              </a:rPr>
              <a:t> </a:t>
            </a:r>
            <a:r>
              <a:rPr lang="en-GB" dirty="0" err="1">
                <a:solidFill>
                  <a:srgbClr val="1B2874"/>
                </a:solidFill>
              </a:rPr>
              <a:t>por</a:t>
            </a:r>
            <a:r>
              <a:rPr lang="en-GB" dirty="0">
                <a:solidFill>
                  <a:srgbClr val="1B2874"/>
                </a:solidFill>
              </a:rPr>
              <a:t> </a:t>
            </a:r>
            <a:r>
              <a:rPr lang="en-GB" dirty="0" err="1">
                <a:solidFill>
                  <a:srgbClr val="1B2874"/>
                </a:solidFill>
              </a:rPr>
              <a:t>todo</a:t>
            </a:r>
            <a:r>
              <a:rPr lang="en-GB" dirty="0">
                <a:solidFill>
                  <a:srgbClr val="1B2874"/>
                </a:solidFill>
              </a:rPr>
              <a:t> </a:t>
            </a:r>
            <a:r>
              <a:rPr lang="en-GB" dirty="0" err="1">
                <a:solidFill>
                  <a:srgbClr val="1B2874"/>
                </a:solidFill>
              </a:rPr>
              <a:t>conteúdo</a:t>
            </a:r>
            <a:r>
              <a:rPr lang="en-GB" dirty="0">
                <a:solidFill>
                  <a:srgbClr val="1B2874"/>
                </a:solidFill>
              </a:rPr>
              <a:t>.</a:t>
            </a:r>
          </a:p>
        </p:txBody>
      </p:sp>
    </p:spTree>
    <p:extLst>
      <p:ext uri="{BB962C8B-B14F-4D97-AF65-F5344CB8AC3E}">
        <p14:creationId xmlns:p14="http://schemas.microsoft.com/office/powerpoint/2010/main" val="3285285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3C625B8-4C03-C80C-5E99-D458C79F3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A5C7349-58D0-A003-A9CF-22716A67150F}"/>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A84DA453-8780-8AF3-91AA-60EE4163F41F}"/>
              </a:ext>
            </a:extLst>
          </p:cNvPr>
          <p:cNvSpPr>
            <a:spLocks noGrp="1"/>
          </p:cNvSpPr>
          <p:nvPr>
            <p:ph idx="1"/>
          </p:nvPr>
        </p:nvSpPr>
        <p:spPr/>
        <p:txBody>
          <a:bodyPr/>
          <a:lstStyle/>
          <a:p>
            <a:pPr algn="just"/>
            <a:r>
              <a:rPr lang="en-GB" dirty="0" err="1">
                <a:solidFill>
                  <a:srgbClr val="1B2874"/>
                </a:solidFill>
              </a:rPr>
              <a:t>Realizam</a:t>
            </a:r>
            <a:r>
              <a:rPr lang="en-GB" dirty="0">
                <a:solidFill>
                  <a:srgbClr val="1B2874"/>
                </a:solidFill>
              </a:rPr>
              <a:t> </a:t>
            </a:r>
            <a:r>
              <a:rPr lang="en-GB" dirty="0" err="1">
                <a:solidFill>
                  <a:srgbClr val="1B2874"/>
                </a:solidFill>
              </a:rPr>
              <a:t>tarefas</a:t>
            </a:r>
            <a:r>
              <a:rPr lang="en-GB" dirty="0">
                <a:solidFill>
                  <a:srgbClr val="1B2874"/>
                </a:solidFill>
              </a:rPr>
              <a:t> </a:t>
            </a:r>
            <a:r>
              <a:rPr lang="en-GB" dirty="0" err="1">
                <a:solidFill>
                  <a:srgbClr val="1B2874"/>
                </a:solidFill>
              </a:rPr>
              <a:t>repetitivas</a:t>
            </a:r>
            <a:endParaRPr lang="en-GB" dirty="0">
              <a:solidFill>
                <a:srgbClr val="1B2874"/>
              </a:solidFill>
            </a:endParaRPr>
          </a:p>
          <a:p>
            <a:pPr algn="just"/>
            <a:r>
              <a:rPr lang="en-GB" dirty="0">
                <a:solidFill>
                  <a:srgbClr val="1B2874"/>
                </a:solidFill>
              </a:rPr>
              <a:t>As </a:t>
            </a:r>
            <a:r>
              <a:rPr lang="en-GB" dirty="0" err="1">
                <a:solidFill>
                  <a:srgbClr val="1B2874"/>
                </a:solidFill>
              </a:rPr>
              <a:t>primeiras</a:t>
            </a:r>
            <a:r>
              <a:rPr lang="en-GB" dirty="0">
                <a:solidFill>
                  <a:srgbClr val="1B2874"/>
                </a:solidFill>
              </a:rPr>
              <a:t> </a:t>
            </a:r>
            <a:r>
              <a:rPr lang="en-GB" dirty="0" err="1">
                <a:solidFill>
                  <a:srgbClr val="1B2874"/>
                </a:solidFill>
              </a:rPr>
              <a:t>ideias</a:t>
            </a:r>
            <a:r>
              <a:rPr lang="en-GB" dirty="0">
                <a:solidFill>
                  <a:srgbClr val="1B2874"/>
                </a:solidFill>
              </a:rPr>
              <a:t> de </a:t>
            </a:r>
            <a:r>
              <a:rPr lang="en-GB" dirty="0" err="1">
                <a:solidFill>
                  <a:srgbClr val="1B2874"/>
                </a:solidFill>
              </a:rPr>
              <a:t>computadores</a:t>
            </a:r>
            <a:r>
              <a:rPr lang="en-GB" dirty="0">
                <a:solidFill>
                  <a:srgbClr val="1B2874"/>
                </a:solidFill>
              </a:rPr>
              <a:t> </a:t>
            </a:r>
            <a:r>
              <a:rPr lang="en-GB" dirty="0" err="1">
                <a:solidFill>
                  <a:srgbClr val="1B2874"/>
                </a:solidFill>
              </a:rPr>
              <a:t>surgem</a:t>
            </a:r>
            <a:r>
              <a:rPr lang="en-GB" dirty="0">
                <a:solidFill>
                  <a:srgbClr val="1B2874"/>
                </a:solidFill>
              </a:rPr>
              <a:t> para </a:t>
            </a:r>
            <a:r>
              <a:rPr lang="en-GB" dirty="0" err="1">
                <a:solidFill>
                  <a:srgbClr val="1B2874"/>
                </a:solidFill>
              </a:rPr>
              <a:t>realização</a:t>
            </a:r>
            <a:r>
              <a:rPr lang="en-GB" dirty="0">
                <a:solidFill>
                  <a:srgbClr val="1B2874"/>
                </a:solidFill>
              </a:rPr>
              <a:t> de </a:t>
            </a:r>
            <a:r>
              <a:rPr lang="en-GB" dirty="0" err="1">
                <a:solidFill>
                  <a:srgbClr val="1B2874"/>
                </a:solidFill>
              </a:rPr>
              <a:t>cálculos</a:t>
            </a:r>
            <a:endParaRPr lang="en-GB" dirty="0">
              <a:solidFill>
                <a:srgbClr val="1B2874"/>
              </a:solidFill>
            </a:endParaRPr>
          </a:p>
        </p:txBody>
      </p:sp>
      <p:pic>
        <p:nvPicPr>
          <p:cNvPr id="3" name="Imagem 2">
            <a:extLst>
              <a:ext uri="{FF2B5EF4-FFF2-40B4-BE49-F238E27FC236}">
                <a16:creationId xmlns:a16="http://schemas.microsoft.com/office/drawing/2014/main" id="{D6A1B2A1-9854-A113-EA2C-0300C7D09ED4}"/>
              </a:ext>
            </a:extLst>
          </p:cNvPr>
          <p:cNvPicPr>
            <a:picLocks noChangeAspect="1"/>
          </p:cNvPicPr>
          <p:nvPr/>
        </p:nvPicPr>
        <p:blipFill>
          <a:blip r:embed="rId4"/>
          <a:stretch>
            <a:fillRect/>
          </a:stretch>
        </p:blipFill>
        <p:spPr>
          <a:xfrm>
            <a:off x="2006121" y="3429000"/>
            <a:ext cx="3585824" cy="3170156"/>
          </a:xfrm>
          <a:prstGeom prst="rect">
            <a:avLst/>
          </a:prstGeom>
        </p:spPr>
      </p:pic>
      <p:pic>
        <p:nvPicPr>
          <p:cNvPr id="6" name="Imagem 5">
            <a:extLst>
              <a:ext uri="{FF2B5EF4-FFF2-40B4-BE49-F238E27FC236}">
                <a16:creationId xmlns:a16="http://schemas.microsoft.com/office/drawing/2014/main" id="{3F77BE8E-008B-6C7C-996D-ED5D968B5E3F}"/>
              </a:ext>
            </a:extLst>
          </p:cNvPr>
          <p:cNvPicPr>
            <a:picLocks noChangeAspect="1"/>
          </p:cNvPicPr>
          <p:nvPr/>
        </p:nvPicPr>
        <p:blipFill>
          <a:blip r:embed="rId5"/>
          <a:stretch>
            <a:fillRect/>
          </a:stretch>
        </p:blipFill>
        <p:spPr>
          <a:xfrm>
            <a:off x="6600056" y="3449498"/>
            <a:ext cx="4111566" cy="2887119"/>
          </a:xfrm>
          <a:prstGeom prst="rect">
            <a:avLst/>
          </a:prstGeom>
        </p:spPr>
      </p:pic>
      <p:sp>
        <p:nvSpPr>
          <p:cNvPr id="2" name="CaixaDeTexto 1">
            <a:extLst>
              <a:ext uri="{FF2B5EF4-FFF2-40B4-BE49-F238E27FC236}">
                <a16:creationId xmlns:a16="http://schemas.microsoft.com/office/drawing/2014/main" id="{09D138EA-7256-055C-A6D1-73DB50531AB1}"/>
              </a:ext>
            </a:extLst>
          </p:cNvPr>
          <p:cNvSpPr txBox="1"/>
          <p:nvPr/>
        </p:nvSpPr>
        <p:spPr>
          <a:xfrm>
            <a:off x="1480378" y="4708391"/>
            <a:ext cx="727975" cy="369332"/>
          </a:xfrm>
          <a:prstGeom prst="rect">
            <a:avLst/>
          </a:prstGeom>
          <a:noFill/>
        </p:spPr>
        <p:txBody>
          <a:bodyPr wrap="square" rtlCol="0">
            <a:spAutoFit/>
          </a:bodyPr>
          <a:lstStyle/>
          <a:p>
            <a:r>
              <a:rPr lang="en-US" dirty="0"/>
              <a:t>1623</a:t>
            </a:r>
          </a:p>
        </p:txBody>
      </p:sp>
      <p:sp>
        <p:nvSpPr>
          <p:cNvPr id="8" name="CaixaDeTexto 7">
            <a:extLst>
              <a:ext uri="{FF2B5EF4-FFF2-40B4-BE49-F238E27FC236}">
                <a16:creationId xmlns:a16="http://schemas.microsoft.com/office/drawing/2014/main" id="{72412BC9-4645-91CD-C3F2-32CDC6C9B349}"/>
              </a:ext>
            </a:extLst>
          </p:cNvPr>
          <p:cNvSpPr txBox="1"/>
          <p:nvPr/>
        </p:nvSpPr>
        <p:spPr>
          <a:xfrm>
            <a:off x="6249626" y="4644400"/>
            <a:ext cx="727975" cy="369332"/>
          </a:xfrm>
          <a:prstGeom prst="rect">
            <a:avLst/>
          </a:prstGeom>
          <a:noFill/>
        </p:spPr>
        <p:txBody>
          <a:bodyPr wrap="square" rtlCol="0">
            <a:spAutoFit/>
          </a:bodyPr>
          <a:lstStyle/>
          <a:p>
            <a:r>
              <a:rPr lang="en-US" dirty="0"/>
              <a:t>1642</a:t>
            </a:r>
          </a:p>
        </p:txBody>
      </p:sp>
    </p:spTree>
    <p:extLst>
      <p:ext uri="{BB962C8B-B14F-4D97-AF65-F5344CB8AC3E}">
        <p14:creationId xmlns:p14="http://schemas.microsoft.com/office/powerpoint/2010/main" val="77500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A0198E6-A88F-16DF-C516-F5C8EAFE26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601A99-E74B-FF61-9CE0-6571CBE4FE2D}"/>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A30DCEF3-162C-EE7A-7CD1-8A5A705C2C1F}"/>
              </a:ext>
            </a:extLst>
          </p:cNvPr>
          <p:cNvSpPr>
            <a:spLocks noGrp="1"/>
          </p:cNvSpPr>
          <p:nvPr>
            <p:ph idx="1"/>
          </p:nvPr>
        </p:nvSpPr>
        <p:spPr/>
        <p:txBody>
          <a:bodyPr/>
          <a:lstStyle/>
          <a:p>
            <a:pPr algn="just"/>
            <a:r>
              <a:rPr lang="en-GB" dirty="0" err="1">
                <a:solidFill>
                  <a:srgbClr val="1B2874"/>
                </a:solidFill>
              </a:rPr>
              <a:t>Conceito</a:t>
            </a:r>
            <a:r>
              <a:rPr lang="en-GB" dirty="0">
                <a:solidFill>
                  <a:srgbClr val="1B2874"/>
                </a:solidFill>
              </a:rPr>
              <a:t> de </a:t>
            </a:r>
            <a:r>
              <a:rPr lang="en-GB" dirty="0" err="1">
                <a:solidFill>
                  <a:srgbClr val="1B2874"/>
                </a:solidFill>
              </a:rPr>
              <a:t>programação</a:t>
            </a:r>
            <a:r>
              <a:rPr lang="en-GB" dirty="0">
                <a:solidFill>
                  <a:srgbClr val="1B2874"/>
                </a:solidFill>
              </a:rPr>
              <a:t> – 1801</a:t>
            </a:r>
          </a:p>
          <a:p>
            <a:pPr algn="just"/>
            <a:r>
              <a:rPr lang="en-GB" dirty="0">
                <a:solidFill>
                  <a:srgbClr val="1B2874"/>
                </a:solidFill>
              </a:rPr>
              <a:t>Tear </a:t>
            </a:r>
            <a:r>
              <a:rPr lang="en-GB" dirty="0" err="1">
                <a:solidFill>
                  <a:srgbClr val="1B2874"/>
                </a:solidFill>
              </a:rPr>
              <a:t>automático</a:t>
            </a:r>
            <a:r>
              <a:rPr lang="en-GB" dirty="0">
                <a:solidFill>
                  <a:srgbClr val="1B2874"/>
                </a:solidFill>
              </a:rPr>
              <a:t> de Jacquard: Entrada de dados </a:t>
            </a:r>
            <a:r>
              <a:rPr lang="en-GB" dirty="0" err="1">
                <a:solidFill>
                  <a:srgbClr val="1B2874"/>
                </a:solidFill>
              </a:rPr>
              <a:t>através</a:t>
            </a:r>
            <a:r>
              <a:rPr lang="en-GB" dirty="0">
                <a:solidFill>
                  <a:srgbClr val="1B2874"/>
                </a:solidFill>
              </a:rPr>
              <a:t> de </a:t>
            </a:r>
            <a:r>
              <a:rPr lang="en-GB" dirty="0" err="1">
                <a:solidFill>
                  <a:srgbClr val="1B2874"/>
                </a:solidFill>
              </a:rPr>
              <a:t>cartões</a:t>
            </a:r>
            <a:r>
              <a:rPr lang="en-GB" dirty="0">
                <a:solidFill>
                  <a:srgbClr val="1B2874"/>
                </a:solidFill>
              </a:rPr>
              <a:t> </a:t>
            </a:r>
            <a:r>
              <a:rPr lang="en-GB" dirty="0" err="1">
                <a:solidFill>
                  <a:srgbClr val="1B2874"/>
                </a:solidFill>
              </a:rPr>
              <a:t>perfuradaos</a:t>
            </a:r>
            <a:endParaRPr lang="en-GB" dirty="0">
              <a:solidFill>
                <a:srgbClr val="1B2874"/>
              </a:solidFill>
            </a:endParaRPr>
          </a:p>
        </p:txBody>
      </p:sp>
      <p:pic>
        <p:nvPicPr>
          <p:cNvPr id="9" name="Imagem 8">
            <a:extLst>
              <a:ext uri="{FF2B5EF4-FFF2-40B4-BE49-F238E27FC236}">
                <a16:creationId xmlns:a16="http://schemas.microsoft.com/office/drawing/2014/main" id="{6D07B000-697C-1742-CC29-C65A40533097}"/>
              </a:ext>
            </a:extLst>
          </p:cNvPr>
          <p:cNvPicPr>
            <a:picLocks noChangeAspect="1"/>
          </p:cNvPicPr>
          <p:nvPr/>
        </p:nvPicPr>
        <p:blipFill>
          <a:blip r:embed="rId4"/>
          <a:stretch>
            <a:fillRect/>
          </a:stretch>
        </p:blipFill>
        <p:spPr>
          <a:xfrm>
            <a:off x="3117899" y="3429000"/>
            <a:ext cx="5956201" cy="3032364"/>
          </a:xfrm>
          <a:prstGeom prst="rect">
            <a:avLst/>
          </a:prstGeom>
        </p:spPr>
      </p:pic>
    </p:spTree>
    <p:extLst>
      <p:ext uri="{BB962C8B-B14F-4D97-AF65-F5344CB8AC3E}">
        <p14:creationId xmlns:p14="http://schemas.microsoft.com/office/powerpoint/2010/main" val="1816321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31E1AC-1413-2971-A683-F824936B512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B81528D-E887-0DC7-2284-2728453A876A}"/>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1F1C9123-EEB5-DF33-B74B-6847B546003B}"/>
              </a:ext>
            </a:extLst>
          </p:cNvPr>
          <p:cNvSpPr>
            <a:spLocks noGrp="1"/>
          </p:cNvSpPr>
          <p:nvPr>
            <p:ph idx="1"/>
          </p:nvPr>
        </p:nvSpPr>
        <p:spPr/>
        <p:txBody>
          <a:bodyPr/>
          <a:lstStyle/>
          <a:p>
            <a:pPr algn="just"/>
            <a:r>
              <a:rPr lang="en-GB" dirty="0" err="1">
                <a:solidFill>
                  <a:srgbClr val="1B2874"/>
                </a:solidFill>
              </a:rPr>
              <a:t>Máquina</a:t>
            </a:r>
            <a:r>
              <a:rPr lang="en-GB" dirty="0">
                <a:solidFill>
                  <a:srgbClr val="1B2874"/>
                </a:solidFill>
              </a:rPr>
              <a:t> </a:t>
            </a:r>
            <a:r>
              <a:rPr lang="en-GB" dirty="0" err="1">
                <a:solidFill>
                  <a:srgbClr val="1B2874"/>
                </a:solidFill>
              </a:rPr>
              <a:t>analítica</a:t>
            </a:r>
            <a:r>
              <a:rPr lang="en-GB" dirty="0">
                <a:solidFill>
                  <a:srgbClr val="1B2874"/>
                </a:solidFill>
              </a:rPr>
              <a:t> de Babbage (Pai da </a:t>
            </a:r>
            <a:r>
              <a:rPr lang="en-GB" dirty="0" err="1">
                <a:solidFill>
                  <a:srgbClr val="1B2874"/>
                </a:solidFill>
              </a:rPr>
              <a:t>informática</a:t>
            </a:r>
            <a:r>
              <a:rPr lang="en-GB" dirty="0">
                <a:solidFill>
                  <a:srgbClr val="1B2874"/>
                </a:solidFill>
              </a:rPr>
              <a:t>) – 1833</a:t>
            </a:r>
          </a:p>
          <a:p>
            <a:pPr algn="just"/>
            <a:r>
              <a:rPr lang="en-GB" dirty="0" err="1">
                <a:solidFill>
                  <a:srgbClr val="1B2874"/>
                </a:solidFill>
              </a:rPr>
              <a:t>Programa</a:t>
            </a:r>
            <a:r>
              <a:rPr lang="en-GB" dirty="0">
                <a:solidFill>
                  <a:srgbClr val="1B2874"/>
                </a:solidFill>
              </a:rPr>
              <a:t>, </a:t>
            </a:r>
            <a:r>
              <a:rPr lang="en-GB" dirty="0" err="1">
                <a:solidFill>
                  <a:srgbClr val="1B2874"/>
                </a:solidFill>
              </a:rPr>
              <a:t>memória</a:t>
            </a:r>
            <a:r>
              <a:rPr lang="en-GB" dirty="0">
                <a:solidFill>
                  <a:srgbClr val="1B2874"/>
                </a:solidFill>
              </a:rPr>
              <a:t>, </a:t>
            </a:r>
            <a:r>
              <a:rPr lang="en-GB" dirty="0" err="1">
                <a:solidFill>
                  <a:srgbClr val="1B2874"/>
                </a:solidFill>
              </a:rPr>
              <a:t>unidade</a:t>
            </a:r>
            <a:r>
              <a:rPr lang="en-GB" dirty="0">
                <a:solidFill>
                  <a:srgbClr val="1B2874"/>
                </a:solidFill>
              </a:rPr>
              <a:t> de </a:t>
            </a:r>
            <a:r>
              <a:rPr lang="en-GB" dirty="0" err="1">
                <a:solidFill>
                  <a:srgbClr val="1B2874"/>
                </a:solidFill>
              </a:rPr>
              <a:t>controle</a:t>
            </a:r>
            <a:r>
              <a:rPr lang="en-GB" dirty="0">
                <a:solidFill>
                  <a:srgbClr val="1B2874"/>
                </a:solidFill>
              </a:rPr>
              <a:t> e </a:t>
            </a:r>
            <a:r>
              <a:rPr lang="en-GB" dirty="0" err="1">
                <a:solidFill>
                  <a:srgbClr val="1B2874"/>
                </a:solidFill>
              </a:rPr>
              <a:t>periféricos</a:t>
            </a:r>
            <a:r>
              <a:rPr lang="en-GB" dirty="0">
                <a:solidFill>
                  <a:srgbClr val="1B2874"/>
                </a:solidFill>
              </a:rPr>
              <a:t> de entrada e </a:t>
            </a:r>
            <a:r>
              <a:rPr lang="en-GB" dirty="0" err="1">
                <a:solidFill>
                  <a:srgbClr val="1B2874"/>
                </a:solidFill>
              </a:rPr>
              <a:t>saída</a:t>
            </a:r>
            <a:endParaRPr lang="en-GB" dirty="0">
              <a:solidFill>
                <a:srgbClr val="1B2874"/>
              </a:solidFill>
            </a:endParaRPr>
          </a:p>
        </p:txBody>
      </p:sp>
      <p:pic>
        <p:nvPicPr>
          <p:cNvPr id="3" name="Imagem 2">
            <a:extLst>
              <a:ext uri="{FF2B5EF4-FFF2-40B4-BE49-F238E27FC236}">
                <a16:creationId xmlns:a16="http://schemas.microsoft.com/office/drawing/2014/main" id="{B8B72BE7-3AAD-8E74-F0D7-B7770ABD0F03}"/>
              </a:ext>
            </a:extLst>
          </p:cNvPr>
          <p:cNvPicPr>
            <a:picLocks noChangeAspect="1"/>
          </p:cNvPicPr>
          <p:nvPr/>
        </p:nvPicPr>
        <p:blipFill>
          <a:blip r:embed="rId4"/>
          <a:stretch>
            <a:fillRect/>
          </a:stretch>
        </p:blipFill>
        <p:spPr>
          <a:xfrm>
            <a:off x="4151784" y="3140968"/>
            <a:ext cx="3729279" cy="3374378"/>
          </a:xfrm>
          <a:prstGeom prst="rect">
            <a:avLst/>
          </a:prstGeom>
        </p:spPr>
      </p:pic>
    </p:spTree>
    <p:extLst>
      <p:ext uri="{BB962C8B-B14F-4D97-AF65-F5344CB8AC3E}">
        <p14:creationId xmlns:p14="http://schemas.microsoft.com/office/powerpoint/2010/main" val="402349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58497C7-E3D4-B7AE-1CA4-B44826E1B30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67F344-8EB0-E2C6-AEF4-D09C58448CED}"/>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D7600D0E-B30B-136C-246D-2D522B0A3A34}"/>
              </a:ext>
            </a:extLst>
          </p:cNvPr>
          <p:cNvSpPr>
            <a:spLocks noGrp="1"/>
          </p:cNvSpPr>
          <p:nvPr>
            <p:ph idx="1"/>
          </p:nvPr>
        </p:nvSpPr>
        <p:spPr/>
        <p:txBody>
          <a:bodyPr/>
          <a:lstStyle/>
          <a:p>
            <a:pPr algn="just"/>
            <a:r>
              <a:rPr lang="en-GB" dirty="0">
                <a:solidFill>
                  <a:srgbClr val="1B2874"/>
                </a:solidFill>
              </a:rPr>
              <a:t>1936 – Alan Turing </a:t>
            </a:r>
            <a:r>
              <a:rPr lang="en-GB" dirty="0" err="1">
                <a:solidFill>
                  <a:srgbClr val="1B2874"/>
                </a:solidFill>
              </a:rPr>
              <a:t>desenvolve</a:t>
            </a:r>
            <a:r>
              <a:rPr lang="en-GB" dirty="0">
                <a:solidFill>
                  <a:srgbClr val="1B2874"/>
                </a:solidFill>
              </a:rPr>
              <a:t> a </a:t>
            </a:r>
            <a:r>
              <a:rPr lang="en-GB" dirty="0" err="1">
                <a:solidFill>
                  <a:srgbClr val="1B2874"/>
                </a:solidFill>
              </a:rPr>
              <a:t>teoria</a:t>
            </a:r>
            <a:r>
              <a:rPr lang="en-GB" dirty="0">
                <a:solidFill>
                  <a:srgbClr val="1B2874"/>
                </a:solidFill>
              </a:rPr>
              <a:t> de </a:t>
            </a:r>
            <a:r>
              <a:rPr lang="en-GB" dirty="0" err="1">
                <a:solidFill>
                  <a:srgbClr val="1B2874"/>
                </a:solidFill>
              </a:rPr>
              <a:t>uma</a:t>
            </a:r>
            <a:r>
              <a:rPr lang="en-GB" dirty="0">
                <a:solidFill>
                  <a:srgbClr val="1B2874"/>
                </a:solidFill>
              </a:rPr>
              <a:t> </a:t>
            </a:r>
            <a:r>
              <a:rPr lang="en-GB" dirty="0" err="1">
                <a:solidFill>
                  <a:srgbClr val="1B2874"/>
                </a:solidFill>
              </a:rPr>
              <a:t>máquina</a:t>
            </a:r>
            <a:r>
              <a:rPr lang="en-GB" dirty="0">
                <a:solidFill>
                  <a:srgbClr val="1B2874"/>
                </a:solidFill>
              </a:rPr>
              <a:t> </a:t>
            </a:r>
            <a:r>
              <a:rPr lang="en-GB" dirty="0" err="1">
                <a:solidFill>
                  <a:srgbClr val="1B2874"/>
                </a:solidFill>
              </a:rPr>
              <a:t>capaz</a:t>
            </a:r>
            <a:r>
              <a:rPr lang="en-GB" dirty="0">
                <a:solidFill>
                  <a:srgbClr val="1B2874"/>
                </a:solidFill>
              </a:rPr>
              <a:t> de resolver </a:t>
            </a:r>
            <a:r>
              <a:rPr lang="en-GB" dirty="0" err="1">
                <a:solidFill>
                  <a:srgbClr val="1B2874"/>
                </a:solidFill>
              </a:rPr>
              <a:t>qualquer</a:t>
            </a:r>
            <a:r>
              <a:rPr lang="en-GB" dirty="0">
                <a:solidFill>
                  <a:srgbClr val="1B2874"/>
                </a:solidFill>
              </a:rPr>
              <a:t> </a:t>
            </a:r>
            <a:r>
              <a:rPr lang="en-GB" dirty="0" err="1">
                <a:solidFill>
                  <a:srgbClr val="1B2874"/>
                </a:solidFill>
              </a:rPr>
              <a:t>tipo</a:t>
            </a:r>
            <a:r>
              <a:rPr lang="en-GB" dirty="0">
                <a:solidFill>
                  <a:srgbClr val="1B2874"/>
                </a:solidFill>
              </a:rPr>
              <a:t> de </a:t>
            </a:r>
            <a:r>
              <a:rPr lang="en-GB" dirty="0" err="1">
                <a:solidFill>
                  <a:srgbClr val="1B2874"/>
                </a:solidFill>
              </a:rPr>
              <a:t>problema</a:t>
            </a:r>
            <a:endParaRPr lang="en-GB" dirty="0">
              <a:solidFill>
                <a:srgbClr val="1B2874"/>
              </a:solidFill>
            </a:endParaRPr>
          </a:p>
          <a:p>
            <a:pPr algn="just"/>
            <a:r>
              <a:rPr lang="en-GB" dirty="0">
                <a:solidFill>
                  <a:srgbClr val="1B2874"/>
                </a:solidFill>
              </a:rPr>
              <a:t>Teoria </a:t>
            </a:r>
            <a:r>
              <a:rPr lang="en-GB" dirty="0" err="1">
                <a:solidFill>
                  <a:srgbClr val="1B2874"/>
                </a:solidFill>
              </a:rPr>
              <a:t>Matemática</a:t>
            </a:r>
            <a:r>
              <a:rPr lang="en-GB" dirty="0">
                <a:solidFill>
                  <a:srgbClr val="1B2874"/>
                </a:solidFill>
              </a:rPr>
              <a:t> da </a:t>
            </a:r>
            <a:r>
              <a:rPr lang="en-GB" dirty="0" err="1">
                <a:solidFill>
                  <a:srgbClr val="1B2874"/>
                </a:solidFill>
              </a:rPr>
              <a:t>Computação</a:t>
            </a:r>
            <a:endParaRPr lang="en-GB" dirty="0">
              <a:solidFill>
                <a:srgbClr val="1B2874"/>
              </a:solidFill>
            </a:endParaRPr>
          </a:p>
          <a:p>
            <a:pPr algn="just"/>
            <a:r>
              <a:rPr lang="en-GB" dirty="0">
                <a:solidFill>
                  <a:srgbClr val="1B2874"/>
                </a:solidFill>
              </a:rPr>
              <a:t>1937 – Primeiro </a:t>
            </a:r>
            <a:r>
              <a:rPr lang="en-GB" dirty="0" err="1">
                <a:solidFill>
                  <a:srgbClr val="1B2874"/>
                </a:solidFill>
              </a:rPr>
              <a:t>computador</a:t>
            </a:r>
            <a:r>
              <a:rPr lang="en-GB" dirty="0">
                <a:solidFill>
                  <a:srgbClr val="1B2874"/>
                </a:solidFill>
              </a:rPr>
              <a:t> </a:t>
            </a:r>
            <a:r>
              <a:rPr lang="en-GB" dirty="0" err="1">
                <a:solidFill>
                  <a:srgbClr val="1B2874"/>
                </a:solidFill>
              </a:rPr>
              <a:t>eletromecânico</a:t>
            </a:r>
            <a:r>
              <a:rPr lang="en-GB" dirty="0">
                <a:solidFill>
                  <a:srgbClr val="1B2874"/>
                </a:solidFill>
              </a:rPr>
              <a:t>: MARK – I</a:t>
            </a:r>
          </a:p>
          <a:p>
            <a:pPr algn="just"/>
            <a:r>
              <a:rPr lang="en-GB" dirty="0">
                <a:solidFill>
                  <a:srgbClr val="1B2874"/>
                </a:solidFill>
              </a:rPr>
              <a:t>117m de </a:t>
            </a:r>
            <a:r>
              <a:rPr lang="en-GB" dirty="0" err="1">
                <a:solidFill>
                  <a:srgbClr val="1B2874"/>
                </a:solidFill>
              </a:rPr>
              <a:t>comprimento</a:t>
            </a:r>
            <a:r>
              <a:rPr lang="en-GB" dirty="0">
                <a:solidFill>
                  <a:srgbClr val="1B2874"/>
                </a:solidFill>
              </a:rPr>
              <a:t>, 2m de </a:t>
            </a:r>
            <a:r>
              <a:rPr lang="en-GB" dirty="0" err="1">
                <a:solidFill>
                  <a:srgbClr val="1B2874"/>
                </a:solidFill>
              </a:rPr>
              <a:t>altura</a:t>
            </a:r>
            <a:r>
              <a:rPr lang="en-GB" dirty="0">
                <a:solidFill>
                  <a:srgbClr val="1B2874"/>
                </a:solidFill>
              </a:rPr>
              <a:t>, 70Ton, 700.000 </a:t>
            </a:r>
            <a:r>
              <a:rPr lang="en-GB" dirty="0" err="1">
                <a:solidFill>
                  <a:srgbClr val="1B2874"/>
                </a:solidFill>
              </a:rPr>
              <a:t>peças</a:t>
            </a:r>
            <a:r>
              <a:rPr lang="en-GB" dirty="0">
                <a:solidFill>
                  <a:srgbClr val="1B2874"/>
                </a:solidFill>
              </a:rPr>
              <a:t> </a:t>
            </a:r>
            <a:r>
              <a:rPr lang="en-GB" dirty="0" err="1">
                <a:solidFill>
                  <a:srgbClr val="1B2874"/>
                </a:solidFill>
              </a:rPr>
              <a:t>móveis</a:t>
            </a:r>
            <a:r>
              <a:rPr lang="en-GB" dirty="0">
                <a:solidFill>
                  <a:srgbClr val="1B2874"/>
                </a:solidFill>
              </a:rPr>
              <a:t>, 800.000m de </a:t>
            </a:r>
            <a:r>
              <a:rPr lang="en-GB" dirty="0" err="1">
                <a:solidFill>
                  <a:srgbClr val="1B2874"/>
                </a:solidFill>
              </a:rPr>
              <a:t>fiação</a:t>
            </a:r>
            <a:endParaRPr lang="en-GB" dirty="0">
              <a:solidFill>
                <a:srgbClr val="1B2874"/>
              </a:solidFill>
            </a:endParaRPr>
          </a:p>
          <a:p>
            <a:pPr algn="just"/>
            <a:r>
              <a:rPr lang="en-GB" dirty="0" err="1">
                <a:solidFill>
                  <a:srgbClr val="1B2874"/>
                </a:solidFill>
              </a:rPr>
              <a:t>Somava</a:t>
            </a:r>
            <a:r>
              <a:rPr lang="en-GB" dirty="0">
                <a:solidFill>
                  <a:srgbClr val="1B2874"/>
                </a:solidFill>
              </a:rPr>
              <a:t> </a:t>
            </a:r>
            <a:r>
              <a:rPr lang="en-GB" dirty="0" err="1">
                <a:solidFill>
                  <a:srgbClr val="1B2874"/>
                </a:solidFill>
              </a:rPr>
              <a:t>dois</a:t>
            </a:r>
            <a:r>
              <a:rPr lang="en-GB" dirty="0">
                <a:solidFill>
                  <a:srgbClr val="1B2874"/>
                </a:solidFill>
              </a:rPr>
              <a:t> </a:t>
            </a:r>
            <a:r>
              <a:rPr lang="en-GB" dirty="0" err="1">
                <a:solidFill>
                  <a:srgbClr val="1B2874"/>
                </a:solidFill>
              </a:rPr>
              <a:t>número</a:t>
            </a:r>
            <a:r>
              <a:rPr lang="en-GB" dirty="0">
                <a:solidFill>
                  <a:srgbClr val="1B2874"/>
                </a:solidFill>
              </a:rPr>
              <a:t> </a:t>
            </a:r>
            <a:r>
              <a:rPr lang="en-GB" dirty="0" err="1">
                <a:solidFill>
                  <a:srgbClr val="1B2874"/>
                </a:solidFill>
              </a:rPr>
              <a:t>em</a:t>
            </a:r>
            <a:r>
              <a:rPr lang="en-GB" dirty="0">
                <a:solidFill>
                  <a:srgbClr val="1B2874"/>
                </a:solidFill>
              </a:rPr>
              <a:t> </a:t>
            </a:r>
            <a:r>
              <a:rPr lang="en-GB" dirty="0" err="1">
                <a:solidFill>
                  <a:srgbClr val="1B2874"/>
                </a:solidFill>
              </a:rPr>
              <a:t>menos</a:t>
            </a:r>
            <a:r>
              <a:rPr lang="en-GB" dirty="0">
                <a:solidFill>
                  <a:srgbClr val="1B2874"/>
                </a:solidFill>
              </a:rPr>
              <a:t> de 1s e </a:t>
            </a:r>
            <a:r>
              <a:rPr lang="en-GB" dirty="0" err="1">
                <a:solidFill>
                  <a:srgbClr val="1B2874"/>
                </a:solidFill>
              </a:rPr>
              <a:t>multiplicava</a:t>
            </a:r>
            <a:r>
              <a:rPr lang="en-GB" dirty="0">
                <a:solidFill>
                  <a:srgbClr val="1B2874"/>
                </a:solidFill>
              </a:rPr>
              <a:t> </a:t>
            </a:r>
            <a:r>
              <a:rPr lang="en-GB" dirty="0" err="1">
                <a:solidFill>
                  <a:srgbClr val="1B2874"/>
                </a:solidFill>
              </a:rPr>
              <a:t>em</a:t>
            </a:r>
            <a:r>
              <a:rPr lang="en-GB" dirty="0">
                <a:solidFill>
                  <a:srgbClr val="1B2874"/>
                </a:solidFill>
              </a:rPr>
              <a:t> 6s. </a:t>
            </a:r>
            <a:r>
              <a:rPr lang="en-GB" dirty="0" err="1">
                <a:solidFill>
                  <a:srgbClr val="1B2874"/>
                </a:solidFill>
              </a:rPr>
              <a:t>Trabalhava</a:t>
            </a:r>
            <a:r>
              <a:rPr lang="en-GB" dirty="0">
                <a:solidFill>
                  <a:srgbClr val="1B2874"/>
                </a:solidFill>
              </a:rPr>
              <a:t> com 23 </a:t>
            </a:r>
            <a:r>
              <a:rPr lang="en-GB" dirty="0" err="1">
                <a:solidFill>
                  <a:srgbClr val="1B2874"/>
                </a:solidFill>
              </a:rPr>
              <a:t>digitos</a:t>
            </a:r>
            <a:r>
              <a:rPr lang="en-GB" dirty="0">
                <a:solidFill>
                  <a:srgbClr val="1B2874"/>
                </a:solidFill>
              </a:rPr>
              <a:t> </a:t>
            </a:r>
            <a:r>
              <a:rPr lang="en-GB" dirty="0" err="1">
                <a:solidFill>
                  <a:srgbClr val="1B2874"/>
                </a:solidFill>
              </a:rPr>
              <a:t>decimais</a:t>
            </a:r>
            <a:endParaRPr lang="en-GB" dirty="0">
              <a:solidFill>
                <a:srgbClr val="1B2874"/>
              </a:solidFill>
            </a:endParaRPr>
          </a:p>
        </p:txBody>
      </p:sp>
    </p:spTree>
    <p:extLst>
      <p:ext uri="{BB962C8B-B14F-4D97-AF65-F5344CB8AC3E}">
        <p14:creationId xmlns:p14="http://schemas.microsoft.com/office/powerpoint/2010/main" val="277704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D1371E5-B38F-11BA-FE56-3CE3297F4B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D570C6C-F6FA-FC53-E138-FC2D55F0CC67}"/>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6" name="Imagem 5">
            <a:extLst>
              <a:ext uri="{FF2B5EF4-FFF2-40B4-BE49-F238E27FC236}">
                <a16:creationId xmlns:a16="http://schemas.microsoft.com/office/drawing/2014/main" id="{E4490525-15A4-FB5E-888C-94FAC5EC8A6A}"/>
              </a:ext>
            </a:extLst>
          </p:cNvPr>
          <p:cNvPicPr>
            <a:picLocks noChangeAspect="1"/>
          </p:cNvPicPr>
          <p:nvPr/>
        </p:nvPicPr>
        <p:blipFill>
          <a:blip r:embed="rId4"/>
          <a:stretch>
            <a:fillRect/>
          </a:stretch>
        </p:blipFill>
        <p:spPr>
          <a:xfrm>
            <a:off x="2135560" y="1417638"/>
            <a:ext cx="8345885" cy="4584008"/>
          </a:xfrm>
          <a:prstGeom prst="rect">
            <a:avLst/>
          </a:prstGeom>
        </p:spPr>
      </p:pic>
    </p:spTree>
    <p:extLst>
      <p:ext uri="{BB962C8B-B14F-4D97-AF65-F5344CB8AC3E}">
        <p14:creationId xmlns:p14="http://schemas.microsoft.com/office/powerpoint/2010/main" val="3359436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9F3955-EF10-DD7F-B463-37555EBBEE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33AFF7B-5345-9FF3-FA96-F29F6C0B0920}"/>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7" name="Content Placeholder 6">
            <a:extLst>
              <a:ext uri="{FF2B5EF4-FFF2-40B4-BE49-F238E27FC236}">
                <a16:creationId xmlns:a16="http://schemas.microsoft.com/office/drawing/2014/main" id="{7A56006E-937C-EB57-51E0-CA565611D68B}"/>
              </a:ext>
            </a:extLst>
          </p:cNvPr>
          <p:cNvSpPr>
            <a:spLocks noGrp="1"/>
          </p:cNvSpPr>
          <p:nvPr>
            <p:ph idx="1"/>
          </p:nvPr>
        </p:nvSpPr>
        <p:spPr/>
        <p:txBody>
          <a:bodyPr/>
          <a:lstStyle/>
          <a:p>
            <a:pPr algn="just"/>
            <a:r>
              <a:rPr lang="en-GB" dirty="0">
                <a:solidFill>
                  <a:srgbClr val="1B2874"/>
                </a:solidFill>
              </a:rPr>
              <a:t>1938 – Claude Shannon </a:t>
            </a:r>
            <a:r>
              <a:rPr lang="en-GB" dirty="0" err="1">
                <a:solidFill>
                  <a:srgbClr val="1B2874"/>
                </a:solidFill>
              </a:rPr>
              <a:t>aplica</a:t>
            </a:r>
            <a:r>
              <a:rPr lang="en-GB" dirty="0">
                <a:solidFill>
                  <a:srgbClr val="1B2874"/>
                </a:solidFill>
              </a:rPr>
              <a:t> Teoria da </a:t>
            </a:r>
            <a:r>
              <a:rPr lang="en-GB" dirty="0" err="1">
                <a:solidFill>
                  <a:srgbClr val="1B2874"/>
                </a:solidFill>
              </a:rPr>
              <a:t>Álgebra</a:t>
            </a:r>
            <a:r>
              <a:rPr lang="en-GB" dirty="0">
                <a:solidFill>
                  <a:srgbClr val="1B2874"/>
                </a:solidFill>
              </a:rPr>
              <a:t> de Boole para </a:t>
            </a:r>
            <a:r>
              <a:rPr lang="en-GB" dirty="0" err="1">
                <a:solidFill>
                  <a:srgbClr val="1B2874"/>
                </a:solidFill>
              </a:rPr>
              <a:t>representar</a:t>
            </a:r>
            <a:r>
              <a:rPr lang="en-GB" dirty="0">
                <a:solidFill>
                  <a:srgbClr val="1B2874"/>
                </a:solidFill>
              </a:rPr>
              <a:t> </a:t>
            </a:r>
            <a:r>
              <a:rPr lang="en-GB" dirty="0" err="1">
                <a:solidFill>
                  <a:srgbClr val="1B2874"/>
                </a:solidFill>
              </a:rPr>
              <a:t>circuitos</a:t>
            </a:r>
            <a:r>
              <a:rPr lang="en-GB" dirty="0">
                <a:solidFill>
                  <a:srgbClr val="1B2874"/>
                </a:solidFill>
              </a:rPr>
              <a:t> </a:t>
            </a:r>
            <a:r>
              <a:rPr lang="en-GB" dirty="0" err="1">
                <a:solidFill>
                  <a:srgbClr val="1B2874"/>
                </a:solidFill>
              </a:rPr>
              <a:t>lógicos</a:t>
            </a:r>
            <a:r>
              <a:rPr lang="en-GB" dirty="0">
                <a:solidFill>
                  <a:srgbClr val="1B2874"/>
                </a:solidFill>
              </a:rPr>
              <a:t> e </a:t>
            </a:r>
            <a:r>
              <a:rPr lang="en-GB" dirty="0" err="1">
                <a:solidFill>
                  <a:srgbClr val="1B2874"/>
                </a:solidFill>
              </a:rPr>
              <a:t>cria</a:t>
            </a:r>
            <a:r>
              <a:rPr lang="en-GB" dirty="0">
                <a:solidFill>
                  <a:srgbClr val="1B2874"/>
                </a:solidFill>
              </a:rPr>
              <a:t> </a:t>
            </a:r>
            <a:r>
              <a:rPr lang="en-GB" dirty="0" err="1">
                <a:solidFill>
                  <a:srgbClr val="1B2874"/>
                </a:solidFill>
              </a:rPr>
              <a:t>os</a:t>
            </a:r>
            <a:r>
              <a:rPr lang="en-GB" dirty="0">
                <a:solidFill>
                  <a:srgbClr val="1B2874"/>
                </a:solidFill>
              </a:rPr>
              <a:t> </a:t>
            </a:r>
            <a:r>
              <a:rPr lang="en-GB" dirty="0" err="1">
                <a:solidFill>
                  <a:srgbClr val="1B2874"/>
                </a:solidFill>
              </a:rPr>
              <a:t>princípios</a:t>
            </a:r>
            <a:r>
              <a:rPr lang="en-GB" dirty="0">
                <a:solidFill>
                  <a:srgbClr val="1B2874"/>
                </a:solidFill>
              </a:rPr>
              <a:t> dos </a:t>
            </a:r>
            <a:r>
              <a:rPr lang="en-GB" dirty="0" err="1">
                <a:solidFill>
                  <a:srgbClr val="1B2874"/>
                </a:solidFill>
              </a:rPr>
              <a:t>circuitos</a:t>
            </a:r>
            <a:r>
              <a:rPr lang="en-GB" dirty="0">
                <a:solidFill>
                  <a:srgbClr val="1B2874"/>
                </a:solidFill>
              </a:rPr>
              <a:t> </a:t>
            </a:r>
            <a:r>
              <a:rPr lang="en-GB" dirty="0" err="1">
                <a:solidFill>
                  <a:srgbClr val="1B2874"/>
                </a:solidFill>
              </a:rPr>
              <a:t>digitais</a:t>
            </a:r>
            <a:r>
              <a:rPr lang="en-GB" dirty="0">
                <a:solidFill>
                  <a:srgbClr val="1B2874"/>
                </a:solidFill>
              </a:rPr>
              <a:t> </a:t>
            </a:r>
            <a:r>
              <a:rPr lang="en-GB" dirty="0" err="1">
                <a:solidFill>
                  <a:srgbClr val="1B2874"/>
                </a:solidFill>
              </a:rPr>
              <a:t>utilizados</a:t>
            </a:r>
            <a:r>
              <a:rPr lang="en-GB" dirty="0">
                <a:solidFill>
                  <a:srgbClr val="1B2874"/>
                </a:solidFill>
              </a:rPr>
              <a:t> </a:t>
            </a:r>
            <a:r>
              <a:rPr lang="en-GB" dirty="0" err="1">
                <a:solidFill>
                  <a:srgbClr val="1B2874"/>
                </a:solidFill>
              </a:rPr>
              <a:t>nos</a:t>
            </a:r>
            <a:r>
              <a:rPr lang="en-GB" dirty="0">
                <a:solidFill>
                  <a:srgbClr val="1B2874"/>
                </a:solidFill>
              </a:rPr>
              <a:t> </a:t>
            </a:r>
            <a:r>
              <a:rPr lang="en-GB" dirty="0" err="1">
                <a:solidFill>
                  <a:srgbClr val="1B2874"/>
                </a:solidFill>
              </a:rPr>
              <a:t>computadores</a:t>
            </a:r>
            <a:r>
              <a:rPr lang="en-GB" dirty="0">
                <a:solidFill>
                  <a:srgbClr val="1B2874"/>
                </a:solidFill>
              </a:rPr>
              <a:t> </a:t>
            </a:r>
            <a:r>
              <a:rPr lang="en-GB" dirty="0" err="1">
                <a:solidFill>
                  <a:srgbClr val="1B2874"/>
                </a:solidFill>
              </a:rPr>
              <a:t>atuais</a:t>
            </a:r>
            <a:endParaRPr lang="en-GB" dirty="0">
              <a:solidFill>
                <a:srgbClr val="1B2874"/>
              </a:solidFill>
            </a:endParaRPr>
          </a:p>
          <a:p>
            <a:pPr algn="just"/>
            <a:r>
              <a:rPr lang="en-GB" dirty="0">
                <a:solidFill>
                  <a:srgbClr val="1B2874"/>
                </a:solidFill>
              </a:rPr>
              <a:t>1940 – ENIAC (Electronic Numerical Integrator and Calculator): Primeiro </a:t>
            </a:r>
            <a:r>
              <a:rPr lang="en-GB" dirty="0" err="1">
                <a:solidFill>
                  <a:srgbClr val="1B2874"/>
                </a:solidFill>
              </a:rPr>
              <a:t>computador</a:t>
            </a:r>
            <a:r>
              <a:rPr lang="en-GB" dirty="0">
                <a:solidFill>
                  <a:srgbClr val="1B2874"/>
                </a:solidFill>
              </a:rPr>
              <a:t> </a:t>
            </a:r>
            <a:r>
              <a:rPr lang="en-GB" dirty="0" err="1">
                <a:solidFill>
                  <a:srgbClr val="1B2874"/>
                </a:solidFill>
              </a:rPr>
              <a:t>eletrônico</a:t>
            </a:r>
            <a:endParaRPr lang="en-GB" dirty="0">
              <a:solidFill>
                <a:srgbClr val="1B2874"/>
              </a:solidFill>
            </a:endParaRPr>
          </a:p>
        </p:txBody>
      </p:sp>
      <p:pic>
        <p:nvPicPr>
          <p:cNvPr id="3" name="Imagem 2">
            <a:extLst>
              <a:ext uri="{FF2B5EF4-FFF2-40B4-BE49-F238E27FC236}">
                <a16:creationId xmlns:a16="http://schemas.microsoft.com/office/drawing/2014/main" id="{4A03C156-8A9C-64BE-FE70-C113F070D868}"/>
              </a:ext>
            </a:extLst>
          </p:cNvPr>
          <p:cNvPicPr>
            <a:picLocks noChangeAspect="1"/>
          </p:cNvPicPr>
          <p:nvPr/>
        </p:nvPicPr>
        <p:blipFill>
          <a:blip r:embed="rId4"/>
          <a:stretch>
            <a:fillRect/>
          </a:stretch>
        </p:blipFill>
        <p:spPr>
          <a:xfrm>
            <a:off x="3215680" y="4149080"/>
            <a:ext cx="6097017" cy="2624633"/>
          </a:xfrm>
          <a:prstGeom prst="rect">
            <a:avLst/>
          </a:prstGeom>
        </p:spPr>
      </p:pic>
    </p:spTree>
    <p:extLst>
      <p:ext uri="{BB962C8B-B14F-4D97-AF65-F5344CB8AC3E}">
        <p14:creationId xmlns:p14="http://schemas.microsoft.com/office/powerpoint/2010/main" val="120847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C006860-D3B4-7D95-17B7-351FEB5812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EC1F938-A2D7-5559-85DC-891F65DBF2A2}"/>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78BF18AB-3CE7-DEB0-D2D1-F10036AF0DE2}"/>
              </a:ext>
            </a:extLst>
          </p:cNvPr>
          <p:cNvSpPr>
            <a:spLocks noGrp="1"/>
          </p:cNvSpPr>
          <p:nvPr>
            <p:ph idx="1"/>
          </p:nvPr>
        </p:nvSpPr>
        <p:spPr/>
        <p:txBody>
          <a:bodyPr>
            <a:normAutofit fontScale="85000" lnSpcReduction="20000"/>
          </a:bodyPr>
          <a:lstStyle/>
          <a:p>
            <a:pPr lvl="0"/>
            <a:r>
              <a:rPr lang="pt-BR" dirty="0"/>
              <a:t>1.000 vezes mais rápido que o MARK - I;</a:t>
            </a:r>
          </a:p>
          <a:p>
            <a:pPr lvl="0"/>
            <a:r>
              <a:rPr lang="pt-BR" dirty="0"/>
              <a:t>Somava 2 números em 0,0002 s;</a:t>
            </a:r>
          </a:p>
          <a:p>
            <a:pPr lvl="0"/>
            <a:r>
              <a:rPr lang="pt-BR" dirty="0"/>
              <a:t>Multiplicava em 0,003 s;</a:t>
            </a:r>
          </a:p>
          <a:p>
            <a:pPr lvl="0"/>
            <a:r>
              <a:rPr lang="pt-BR" dirty="0"/>
              <a:t>111 metros cúbicos;</a:t>
            </a:r>
          </a:p>
          <a:p>
            <a:pPr lvl="0"/>
            <a:r>
              <a:rPr lang="pt-BR" dirty="0"/>
              <a:t>30 toneladas;</a:t>
            </a:r>
          </a:p>
          <a:p>
            <a:pPr lvl="0"/>
            <a:r>
              <a:rPr lang="pt-BR" dirty="0"/>
              <a:t>17.000 válvulas a vácuo;</a:t>
            </a:r>
          </a:p>
          <a:p>
            <a:pPr lvl="0"/>
            <a:r>
              <a:rPr lang="pt-BR" dirty="0"/>
              <a:t>50.000 comutadores;</a:t>
            </a:r>
          </a:p>
          <a:p>
            <a:pPr lvl="0"/>
            <a:r>
              <a:rPr lang="pt-BR" dirty="0"/>
              <a:t>70.000 resistências;</a:t>
            </a:r>
          </a:p>
          <a:p>
            <a:pPr lvl="0"/>
            <a:r>
              <a:rPr lang="pt-BR" dirty="0"/>
              <a:t>7.500 interruptores;</a:t>
            </a:r>
          </a:p>
          <a:p>
            <a:pPr lvl="0"/>
            <a:r>
              <a:rPr lang="pt-BR" dirty="0"/>
              <a:t>Consumo oscilava entre 100.000 e 200.000 watts;</a:t>
            </a:r>
          </a:p>
        </p:txBody>
      </p:sp>
    </p:spTree>
    <p:extLst>
      <p:ext uri="{BB962C8B-B14F-4D97-AF65-F5344CB8AC3E}">
        <p14:creationId xmlns:p14="http://schemas.microsoft.com/office/powerpoint/2010/main" val="4161232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3FD07D8-2401-2099-87F7-957A648CAD7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50B8EE1-A674-3B41-4047-E61335D5C12F}"/>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7" name="Imagem 6">
            <a:extLst>
              <a:ext uri="{FF2B5EF4-FFF2-40B4-BE49-F238E27FC236}">
                <a16:creationId xmlns:a16="http://schemas.microsoft.com/office/drawing/2014/main" id="{C05B0172-1EE7-5CC4-37B4-31F77A19A449}"/>
              </a:ext>
            </a:extLst>
          </p:cNvPr>
          <p:cNvPicPr>
            <a:picLocks noChangeAspect="1"/>
          </p:cNvPicPr>
          <p:nvPr/>
        </p:nvPicPr>
        <p:blipFill>
          <a:blip r:embed="rId4"/>
          <a:stretch>
            <a:fillRect/>
          </a:stretch>
        </p:blipFill>
        <p:spPr>
          <a:xfrm>
            <a:off x="22575" y="2204864"/>
            <a:ext cx="7045662" cy="3051430"/>
          </a:xfrm>
          <a:prstGeom prst="rect">
            <a:avLst/>
          </a:prstGeom>
        </p:spPr>
      </p:pic>
      <p:pic>
        <p:nvPicPr>
          <p:cNvPr id="9" name="Imagem 8">
            <a:extLst>
              <a:ext uri="{FF2B5EF4-FFF2-40B4-BE49-F238E27FC236}">
                <a16:creationId xmlns:a16="http://schemas.microsoft.com/office/drawing/2014/main" id="{8F060696-4E66-9B45-26F5-00798ABE8848}"/>
              </a:ext>
            </a:extLst>
          </p:cNvPr>
          <p:cNvPicPr>
            <a:picLocks noChangeAspect="1"/>
          </p:cNvPicPr>
          <p:nvPr/>
        </p:nvPicPr>
        <p:blipFill>
          <a:blip r:embed="rId5"/>
          <a:stretch>
            <a:fillRect/>
          </a:stretch>
        </p:blipFill>
        <p:spPr>
          <a:xfrm>
            <a:off x="7192307" y="1772816"/>
            <a:ext cx="4392488" cy="4519949"/>
          </a:xfrm>
          <a:prstGeom prst="rect">
            <a:avLst/>
          </a:prstGeom>
        </p:spPr>
      </p:pic>
    </p:spTree>
    <p:extLst>
      <p:ext uri="{BB962C8B-B14F-4D97-AF65-F5344CB8AC3E}">
        <p14:creationId xmlns:p14="http://schemas.microsoft.com/office/powerpoint/2010/main" val="359461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2D7AFC-6B79-63F3-3A1E-7F1F50CE8F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764B9C-5AF5-6B1C-2981-734E442C0187}"/>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11" name="Imagem 10">
            <a:extLst>
              <a:ext uri="{FF2B5EF4-FFF2-40B4-BE49-F238E27FC236}">
                <a16:creationId xmlns:a16="http://schemas.microsoft.com/office/drawing/2014/main" id="{34B1F75E-18F2-488D-4BDB-92B0C682BB17}"/>
              </a:ext>
            </a:extLst>
          </p:cNvPr>
          <p:cNvPicPr>
            <a:picLocks noChangeAspect="1"/>
          </p:cNvPicPr>
          <p:nvPr/>
        </p:nvPicPr>
        <p:blipFill>
          <a:blip r:embed="rId4"/>
          <a:srcRect b="57539"/>
          <a:stretch>
            <a:fillRect/>
          </a:stretch>
        </p:blipFill>
        <p:spPr>
          <a:xfrm>
            <a:off x="191344" y="1418926"/>
            <a:ext cx="5687426" cy="4184560"/>
          </a:xfrm>
          <a:prstGeom prst="rect">
            <a:avLst/>
          </a:prstGeom>
        </p:spPr>
      </p:pic>
      <p:pic>
        <p:nvPicPr>
          <p:cNvPr id="2" name="Imagem 10">
            <a:extLst>
              <a:ext uri="{FF2B5EF4-FFF2-40B4-BE49-F238E27FC236}">
                <a16:creationId xmlns:a16="http://schemas.microsoft.com/office/drawing/2014/main" id="{22F16188-5B59-B33A-3583-AB67C08C77B5}"/>
              </a:ext>
            </a:extLst>
          </p:cNvPr>
          <p:cNvPicPr>
            <a:picLocks noChangeAspect="1"/>
          </p:cNvPicPr>
          <p:nvPr/>
        </p:nvPicPr>
        <p:blipFill>
          <a:blip r:embed="rId4"/>
          <a:srcRect t="43029"/>
          <a:stretch>
            <a:fillRect/>
          </a:stretch>
        </p:blipFill>
        <p:spPr>
          <a:xfrm>
            <a:off x="6744072" y="1380998"/>
            <a:ext cx="4595474" cy="4536504"/>
          </a:xfrm>
          <a:prstGeom prst="rect">
            <a:avLst/>
          </a:prstGeom>
        </p:spPr>
      </p:pic>
    </p:spTree>
    <p:extLst>
      <p:ext uri="{BB962C8B-B14F-4D97-AF65-F5344CB8AC3E}">
        <p14:creationId xmlns:p14="http://schemas.microsoft.com/office/powerpoint/2010/main" val="3670093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7204412-8FAF-8109-92A8-E71B05D6D87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44F2E17-18ED-881E-DDA5-CBD7DB331165}"/>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13" name="Imagem 12">
            <a:extLst>
              <a:ext uri="{FF2B5EF4-FFF2-40B4-BE49-F238E27FC236}">
                <a16:creationId xmlns:a16="http://schemas.microsoft.com/office/drawing/2014/main" id="{D30DFEE0-9069-A6CA-4A44-649914C8F327}"/>
              </a:ext>
            </a:extLst>
          </p:cNvPr>
          <p:cNvPicPr>
            <a:picLocks noChangeAspect="1"/>
          </p:cNvPicPr>
          <p:nvPr/>
        </p:nvPicPr>
        <p:blipFill>
          <a:blip r:embed="rId4"/>
          <a:srcRect r="5080"/>
          <a:stretch>
            <a:fillRect/>
          </a:stretch>
        </p:blipFill>
        <p:spPr>
          <a:xfrm>
            <a:off x="609600" y="1772816"/>
            <a:ext cx="11057622" cy="3312368"/>
          </a:xfrm>
          <a:prstGeom prst="rect">
            <a:avLst/>
          </a:prstGeom>
        </p:spPr>
      </p:pic>
    </p:spTree>
    <p:extLst>
      <p:ext uri="{BB962C8B-B14F-4D97-AF65-F5344CB8AC3E}">
        <p14:creationId xmlns:p14="http://schemas.microsoft.com/office/powerpoint/2010/main" val="2917650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AEC01B0-D42C-7E07-01FC-FB52FB52C5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EDDBF56-B9BD-7A61-1CB8-08427F886871}"/>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pic>
        <p:nvPicPr>
          <p:cNvPr id="3" name="Imagem 2">
            <a:extLst>
              <a:ext uri="{FF2B5EF4-FFF2-40B4-BE49-F238E27FC236}">
                <a16:creationId xmlns:a16="http://schemas.microsoft.com/office/drawing/2014/main" id="{DAEDDA19-E118-19FE-113B-F8BCE26670B4}"/>
              </a:ext>
            </a:extLst>
          </p:cNvPr>
          <p:cNvPicPr>
            <a:picLocks noChangeAspect="1"/>
          </p:cNvPicPr>
          <p:nvPr/>
        </p:nvPicPr>
        <p:blipFill>
          <a:blip r:embed="rId4"/>
          <a:stretch>
            <a:fillRect/>
          </a:stretch>
        </p:blipFill>
        <p:spPr>
          <a:xfrm>
            <a:off x="3314312" y="1236001"/>
            <a:ext cx="5563376" cy="4887007"/>
          </a:xfrm>
          <a:prstGeom prst="rect">
            <a:avLst/>
          </a:prstGeom>
        </p:spPr>
      </p:pic>
      <p:sp>
        <p:nvSpPr>
          <p:cNvPr id="4" name="CaixaDeTexto 3">
            <a:extLst>
              <a:ext uri="{FF2B5EF4-FFF2-40B4-BE49-F238E27FC236}">
                <a16:creationId xmlns:a16="http://schemas.microsoft.com/office/drawing/2014/main" id="{06DA4F16-36EB-105E-21FF-8AAFAA86E37A}"/>
              </a:ext>
            </a:extLst>
          </p:cNvPr>
          <p:cNvSpPr txBox="1"/>
          <p:nvPr/>
        </p:nvSpPr>
        <p:spPr>
          <a:xfrm>
            <a:off x="2670880" y="6105828"/>
            <a:ext cx="6652975" cy="369332"/>
          </a:xfrm>
          <a:prstGeom prst="rect">
            <a:avLst/>
          </a:prstGeom>
          <a:noFill/>
        </p:spPr>
        <p:txBody>
          <a:bodyPr wrap="none" rtlCol="0">
            <a:spAutoFit/>
          </a:bodyPr>
          <a:lstStyle/>
          <a:p>
            <a:r>
              <a:rPr lang="en-US" dirty="0"/>
              <a:t>Fonte: https://materialpublic.imd.ufrn.br/curso/disciplina/4/14/1/11</a:t>
            </a:r>
          </a:p>
        </p:txBody>
      </p:sp>
    </p:spTree>
    <p:extLst>
      <p:ext uri="{BB962C8B-B14F-4D97-AF65-F5344CB8AC3E}">
        <p14:creationId xmlns:p14="http://schemas.microsoft.com/office/powerpoint/2010/main" val="2616098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40ADD9-8914-33D1-32D0-4C94C38948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FA5F5D1-2328-5373-3A1A-E5372D7CD525}"/>
              </a:ext>
            </a:extLst>
          </p:cNvPr>
          <p:cNvSpPr>
            <a:spLocks noGrp="1"/>
          </p:cNvSpPr>
          <p:nvPr>
            <p:ph type="title"/>
          </p:nvPr>
        </p:nvSpPr>
        <p:spPr/>
        <p:txBody>
          <a:bodyPr/>
          <a:lstStyle/>
          <a:p>
            <a:r>
              <a:rPr lang="pt-BR" dirty="0">
                <a:solidFill>
                  <a:srgbClr val="1B2874"/>
                </a:solidFill>
              </a:rPr>
              <a:t>Computadores</a:t>
            </a:r>
            <a:endParaRPr lang="en-BE" dirty="0">
              <a:solidFill>
                <a:srgbClr val="1B2874"/>
              </a:solidFill>
            </a:endParaRPr>
          </a:p>
        </p:txBody>
      </p:sp>
      <p:sp>
        <p:nvSpPr>
          <p:cNvPr id="4" name="CaixaDeTexto 3">
            <a:extLst>
              <a:ext uri="{FF2B5EF4-FFF2-40B4-BE49-F238E27FC236}">
                <a16:creationId xmlns:a16="http://schemas.microsoft.com/office/drawing/2014/main" id="{73D88C10-0ED1-D5AF-118E-A9247B571022}"/>
              </a:ext>
            </a:extLst>
          </p:cNvPr>
          <p:cNvSpPr txBox="1"/>
          <p:nvPr/>
        </p:nvSpPr>
        <p:spPr>
          <a:xfrm>
            <a:off x="2670880" y="6105828"/>
            <a:ext cx="6652975" cy="369332"/>
          </a:xfrm>
          <a:prstGeom prst="rect">
            <a:avLst/>
          </a:prstGeom>
          <a:noFill/>
        </p:spPr>
        <p:txBody>
          <a:bodyPr wrap="none" rtlCol="0">
            <a:spAutoFit/>
          </a:bodyPr>
          <a:lstStyle/>
          <a:p>
            <a:r>
              <a:rPr lang="en-US" dirty="0"/>
              <a:t>Fonte: https://materialpublic.imd.ufrn.br/curso/disciplina/4/14/1/11</a:t>
            </a:r>
          </a:p>
        </p:txBody>
      </p:sp>
      <p:pic>
        <p:nvPicPr>
          <p:cNvPr id="8" name="Imagem 7">
            <a:extLst>
              <a:ext uri="{FF2B5EF4-FFF2-40B4-BE49-F238E27FC236}">
                <a16:creationId xmlns:a16="http://schemas.microsoft.com/office/drawing/2014/main" id="{3D4B8A20-9A95-A528-77D2-FC46342B4129}"/>
              </a:ext>
            </a:extLst>
          </p:cNvPr>
          <p:cNvPicPr>
            <a:picLocks noChangeAspect="1"/>
          </p:cNvPicPr>
          <p:nvPr/>
        </p:nvPicPr>
        <p:blipFill>
          <a:blip r:embed="rId4"/>
          <a:stretch>
            <a:fillRect/>
          </a:stretch>
        </p:blipFill>
        <p:spPr>
          <a:xfrm>
            <a:off x="2063552" y="1196752"/>
            <a:ext cx="8064896" cy="4818390"/>
          </a:xfrm>
          <a:prstGeom prst="rect">
            <a:avLst/>
          </a:prstGeom>
        </p:spPr>
      </p:pic>
    </p:spTree>
    <p:extLst>
      <p:ext uri="{BB962C8B-B14F-4D97-AF65-F5344CB8AC3E}">
        <p14:creationId xmlns:p14="http://schemas.microsoft.com/office/powerpoint/2010/main" val="848520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BF69FD1-E891-B882-2D80-5A1D781B75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DB45C32-45CC-159D-10C9-2C334B5D726A}"/>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0" name="Espaço Reservado para Conteúdo 9">
            <a:extLst>
              <a:ext uri="{FF2B5EF4-FFF2-40B4-BE49-F238E27FC236}">
                <a16:creationId xmlns:a16="http://schemas.microsoft.com/office/drawing/2014/main" id="{73638FC6-8D0A-7A60-F915-DEB592ED7E8B}"/>
              </a:ext>
            </a:extLst>
          </p:cNvPr>
          <p:cNvSpPr>
            <a:spLocks noGrp="1"/>
          </p:cNvSpPr>
          <p:nvPr>
            <p:ph sz="quarter" idx="4"/>
          </p:nvPr>
        </p:nvSpPr>
        <p:spPr>
          <a:xfrm>
            <a:off x="5159896" y="1453356"/>
            <a:ext cx="5389033" cy="3951288"/>
          </a:xfrm>
        </p:spPr>
        <p:txBody>
          <a:bodyPr>
            <a:normAutofit fontScale="92500"/>
          </a:bodyPr>
          <a:lstStyle/>
          <a:p>
            <a:r>
              <a:rPr lang="en-US" dirty="0" err="1"/>
              <a:t>Executa</a:t>
            </a:r>
            <a:r>
              <a:rPr lang="en-US" dirty="0"/>
              <a:t> </a:t>
            </a:r>
            <a:r>
              <a:rPr lang="en-US" dirty="0" err="1"/>
              <a:t>instruções</a:t>
            </a:r>
            <a:endParaRPr lang="en-US" dirty="0"/>
          </a:p>
          <a:p>
            <a:r>
              <a:rPr lang="en-US" dirty="0"/>
              <a:t>Conjunto finito de </a:t>
            </a:r>
            <a:r>
              <a:rPr lang="en-US" dirty="0" err="1"/>
              <a:t>instruções</a:t>
            </a:r>
            <a:endParaRPr lang="en-US" dirty="0"/>
          </a:p>
          <a:p>
            <a:r>
              <a:rPr lang="en-US" dirty="0" err="1"/>
              <a:t>Milhões</a:t>
            </a:r>
            <a:r>
              <a:rPr lang="en-US" dirty="0"/>
              <a:t> de </a:t>
            </a:r>
            <a:r>
              <a:rPr lang="en-US" dirty="0" err="1"/>
              <a:t>transistores</a:t>
            </a:r>
            <a:endParaRPr lang="en-US" dirty="0"/>
          </a:p>
          <a:p>
            <a:r>
              <a:rPr lang="en-US" dirty="0" err="1"/>
              <a:t>Ligado</a:t>
            </a:r>
            <a:r>
              <a:rPr lang="en-US" dirty="0"/>
              <a:t> </a:t>
            </a:r>
            <a:r>
              <a:rPr lang="en-US" dirty="0" err="1"/>
              <a:t>ou</a:t>
            </a:r>
            <a:r>
              <a:rPr lang="en-US" dirty="0"/>
              <a:t> </a:t>
            </a:r>
            <a:r>
              <a:rPr lang="en-US" dirty="0" err="1"/>
              <a:t>deligado</a:t>
            </a:r>
            <a:r>
              <a:rPr lang="en-US" dirty="0"/>
              <a:t>: 0 </a:t>
            </a:r>
            <a:r>
              <a:rPr lang="en-US" dirty="0" err="1"/>
              <a:t>ou</a:t>
            </a:r>
            <a:r>
              <a:rPr lang="en-US" dirty="0"/>
              <a:t> 1</a:t>
            </a:r>
          </a:p>
          <a:p>
            <a:r>
              <a:rPr lang="en-US" dirty="0" err="1"/>
              <a:t>Funciona</a:t>
            </a:r>
            <a:r>
              <a:rPr lang="en-US" dirty="0"/>
              <a:t> </a:t>
            </a:r>
            <a:r>
              <a:rPr lang="en-US" dirty="0" err="1"/>
              <a:t>em</a:t>
            </a:r>
            <a:r>
              <a:rPr lang="en-US" dirty="0"/>
              <a:t> </a:t>
            </a:r>
            <a:r>
              <a:rPr lang="en-US" dirty="0" err="1"/>
              <a:t>ciclos</a:t>
            </a:r>
            <a:r>
              <a:rPr lang="en-US" dirty="0"/>
              <a:t> </a:t>
            </a:r>
            <a:r>
              <a:rPr lang="en-US" dirty="0" err="1"/>
              <a:t>medidos</a:t>
            </a:r>
            <a:r>
              <a:rPr lang="en-US" dirty="0"/>
              <a:t> </a:t>
            </a:r>
            <a:r>
              <a:rPr lang="en-US" dirty="0" err="1"/>
              <a:t>em</a:t>
            </a:r>
            <a:r>
              <a:rPr lang="en-US" dirty="0"/>
              <a:t> hertz (Hz)</a:t>
            </a:r>
          </a:p>
          <a:p>
            <a:r>
              <a:rPr lang="en-US" dirty="0"/>
              <a:t>Cada </a:t>
            </a:r>
            <a:r>
              <a:rPr lang="en-US" dirty="0" err="1"/>
              <a:t>ciclo</a:t>
            </a:r>
            <a:r>
              <a:rPr lang="en-US" dirty="0"/>
              <a:t> </a:t>
            </a:r>
            <a:r>
              <a:rPr lang="en-US" dirty="0" err="1"/>
              <a:t>corresponde</a:t>
            </a:r>
            <a:r>
              <a:rPr lang="en-US" dirty="0"/>
              <a:t> a </a:t>
            </a:r>
            <a:r>
              <a:rPr lang="en-US" dirty="0" err="1"/>
              <a:t>uma</a:t>
            </a:r>
            <a:r>
              <a:rPr lang="en-US" dirty="0"/>
              <a:t> </a:t>
            </a:r>
            <a:r>
              <a:rPr lang="en-US" dirty="0" err="1"/>
              <a:t>ação</a:t>
            </a:r>
            <a:endParaRPr lang="en-US" dirty="0"/>
          </a:p>
          <a:p>
            <a:r>
              <a:rPr lang="en-US" dirty="0"/>
              <a:t>Maior freq. -&gt; </a:t>
            </a:r>
            <a:r>
              <a:rPr lang="en-US" dirty="0" err="1"/>
              <a:t>mais</a:t>
            </a:r>
            <a:r>
              <a:rPr lang="en-US" dirty="0"/>
              <a:t> </a:t>
            </a:r>
            <a:r>
              <a:rPr lang="en-US" dirty="0" err="1"/>
              <a:t>ciclos</a:t>
            </a:r>
            <a:r>
              <a:rPr lang="en-US" dirty="0"/>
              <a:t> </a:t>
            </a:r>
            <a:r>
              <a:rPr lang="en-US" dirty="0" err="1"/>
              <a:t>por</a:t>
            </a:r>
            <a:r>
              <a:rPr lang="en-US" dirty="0"/>
              <a:t> </a:t>
            </a:r>
            <a:r>
              <a:rPr lang="en-US" dirty="0" err="1"/>
              <a:t>segundo</a:t>
            </a:r>
            <a:endParaRPr lang="en-US" dirty="0"/>
          </a:p>
          <a:p>
            <a:r>
              <a:rPr lang="en-US" dirty="0"/>
              <a:t>CISC (Complex Instruction Set Computer)</a:t>
            </a:r>
          </a:p>
          <a:p>
            <a:r>
              <a:rPr lang="en-US" dirty="0"/>
              <a:t>RISC (Reduced Instruction Set Computer)</a:t>
            </a:r>
          </a:p>
        </p:txBody>
      </p:sp>
      <p:pic>
        <p:nvPicPr>
          <p:cNvPr id="2" name="Imagem 1" descr="O que é um Processador e Como ele Funciona? - BPV Oficial">
            <a:extLst>
              <a:ext uri="{FF2B5EF4-FFF2-40B4-BE49-F238E27FC236}">
                <a16:creationId xmlns:a16="http://schemas.microsoft.com/office/drawing/2014/main" id="{A6419048-A106-3950-651E-EC4E7FD6B618}"/>
              </a:ext>
            </a:extLst>
          </p:cNvPr>
          <p:cNvPicPr>
            <a:picLocks noChangeAspect="1"/>
          </p:cNvPicPr>
          <p:nvPr/>
        </p:nvPicPr>
        <p:blipFill>
          <a:blip r:embed="rId4"/>
          <a:stretch>
            <a:fillRect/>
          </a:stretch>
        </p:blipFill>
        <p:spPr>
          <a:xfrm>
            <a:off x="407368" y="1434729"/>
            <a:ext cx="4106088" cy="2309675"/>
          </a:xfrm>
          <a:prstGeom prst="rect">
            <a:avLst/>
          </a:prstGeom>
        </p:spPr>
      </p:pic>
      <p:sp>
        <p:nvSpPr>
          <p:cNvPr id="3" name="CaixaDeTexto 2">
            <a:extLst>
              <a:ext uri="{FF2B5EF4-FFF2-40B4-BE49-F238E27FC236}">
                <a16:creationId xmlns:a16="http://schemas.microsoft.com/office/drawing/2014/main" id="{3A5844CF-17F5-58E8-DCF0-722D6794600C}"/>
              </a:ext>
            </a:extLst>
          </p:cNvPr>
          <p:cNvSpPr txBox="1"/>
          <p:nvPr/>
        </p:nvSpPr>
        <p:spPr>
          <a:xfrm>
            <a:off x="366270" y="3799404"/>
            <a:ext cx="4289569" cy="246221"/>
          </a:xfrm>
          <a:prstGeom prst="rect">
            <a:avLst/>
          </a:prstGeom>
          <a:noFill/>
        </p:spPr>
        <p:txBody>
          <a:bodyPr wrap="square" rtlCol="0">
            <a:spAutoFit/>
          </a:bodyPr>
          <a:lstStyle/>
          <a:p>
            <a:r>
              <a:rPr lang="en-US" sz="1000" dirty="0" err="1"/>
              <a:t>Fonte:https</a:t>
            </a:r>
            <a:r>
              <a:rPr lang="en-US" sz="1000" dirty="0"/>
              <a:t>://canalbpv.com/o-</a:t>
            </a:r>
            <a:r>
              <a:rPr lang="en-US" sz="1000" dirty="0" err="1"/>
              <a:t>que</a:t>
            </a:r>
            <a:r>
              <a:rPr lang="en-US" sz="1000" dirty="0"/>
              <a:t>-e-um-</a:t>
            </a:r>
            <a:r>
              <a:rPr lang="en-US" sz="1000" dirty="0" err="1"/>
              <a:t>processador</a:t>
            </a:r>
            <a:r>
              <a:rPr lang="en-US" sz="1000" dirty="0"/>
              <a:t>-e-</a:t>
            </a:r>
            <a:r>
              <a:rPr lang="en-US" sz="1000" dirty="0" err="1"/>
              <a:t>como</a:t>
            </a:r>
            <a:r>
              <a:rPr lang="en-US" sz="1000" dirty="0"/>
              <a:t>-</a:t>
            </a:r>
            <a:r>
              <a:rPr lang="en-US" sz="1000" dirty="0" err="1"/>
              <a:t>ele-funciona</a:t>
            </a:r>
            <a:r>
              <a:rPr lang="en-US" sz="1000" dirty="0"/>
              <a:t>/</a:t>
            </a:r>
          </a:p>
        </p:txBody>
      </p:sp>
      <p:pic>
        <p:nvPicPr>
          <p:cNvPr id="11" name="Imagem 10" descr="Entenda o significado das especificações técnicas dos processadores">
            <a:extLst>
              <a:ext uri="{FF2B5EF4-FFF2-40B4-BE49-F238E27FC236}">
                <a16:creationId xmlns:a16="http://schemas.microsoft.com/office/drawing/2014/main" id="{50A1A560-EF28-B391-DFAB-EDBC43905522}"/>
              </a:ext>
            </a:extLst>
          </p:cNvPr>
          <p:cNvPicPr>
            <a:picLocks noChangeAspect="1"/>
          </p:cNvPicPr>
          <p:nvPr/>
        </p:nvPicPr>
        <p:blipFill>
          <a:blip r:embed="rId5"/>
          <a:stretch>
            <a:fillRect/>
          </a:stretch>
        </p:blipFill>
        <p:spPr>
          <a:xfrm>
            <a:off x="640736" y="4111718"/>
            <a:ext cx="3708282" cy="2472187"/>
          </a:xfrm>
          <a:prstGeom prst="rect">
            <a:avLst/>
          </a:prstGeom>
        </p:spPr>
      </p:pic>
      <p:sp>
        <p:nvSpPr>
          <p:cNvPr id="13" name="CaixaDeTexto 12">
            <a:extLst>
              <a:ext uri="{FF2B5EF4-FFF2-40B4-BE49-F238E27FC236}">
                <a16:creationId xmlns:a16="http://schemas.microsoft.com/office/drawing/2014/main" id="{F761ADDE-C9A1-297B-8183-25C07EC1E9FD}"/>
              </a:ext>
            </a:extLst>
          </p:cNvPr>
          <p:cNvSpPr txBox="1"/>
          <p:nvPr/>
        </p:nvSpPr>
        <p:spPr>
          <a:xfrm>
            <a:off x="191344" y="6642556"/>
            <a:ext cx="5723042" cy="215444"/>
          </a:xfrm>
          <a:prstGeom prst="rect">
            <a:avLst/>
          </a:prstGeom>
          <a:noFill/>
        </p:spPr>
        <p:txBody>
          <a:bodyPr wrap="none" rtlCol="0">
            <a:spAutoFit/>
          </a:bodyPr>
          <a:lstStyle/>
          <a:p>
            <a:r>
              <a:rPr lang="en-US" sz="800" dirty="0"/>
              <a:t>Fonte: https://www.techtudo.com.br/noticias/2015/10/entenda-o-significado-das-especificacoes-tecnicas-dos-processadores.ghtml</a:t>
            </a:r>
          </a:p>
        </p:txBody>
      </p:sp>
    </p:spTree>
    <p:extLst>
      <p:ext uri="{BB962C8B-B14F-4D97-AF65-F5344CB8AC3E}">
        <p14:creationId xmlns:p14="http://schemas.microsoft.com/office/powerpoint/2010/main" val="1375417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396998D-6CB3-ED42-238F-7203163E551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2253C43-24B7-6E88-39FC-0A7578212525}"/>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pic>
        <p:nvPicPr>
          <p:cNvPr id="8" name="Imagem 7">
            <a:extLst>
              <a:ext uri="{FF2B5EF4-FFF2-40B4-BE49-F238E27FC236}">
                <a16:creationId xmlns:a16="http://schemas.microsoft.com/office/drawing/2014/main" id="{52F8BC29-C5B2-8720-0776-A7B484193D1D}"/>
              </a:ext>
            </a:extLst>
          </p:cNvPr>
          <p:cNvPicPr>
            <a:picLocks noChangeAspect="1"/>
          </p:cNvPicPr>
          <p:nvPr/>
        </p:nvPicPr>
        <p:blipFill>
          <a:blip r:embed="rId4"/>
          <a:stretch>
            <a:fillRect/>
          </a:stretch>
        </p:blipFill>
        <p:spPr>
          <a:xfrm>
            <a:off x="3287688" y="1196752"/>
            <a:ext cx="5184576" cy="5048980"/>
          </a:xfrm>
          <a:prstGeom prst="rect">
            <a:avLst/>
          </a:prstGeom>
        </p:spPr>
      </p:pic>
      <p:sp>
        <p:nvSpPr>
          <p:cNvPr id="11" name="CaixaDeTexto 10">
            <a:extLst>
              <a:ext uri="{FF2B5EF4-FFF2-40B4-BE49-F238E27FC236}">
                <a16:creationId xmlns:a16="http://schemas.microsoft.com/office/drawing/2014/main" id="{20529CAE-9260-55AB-8128-BA54032AA8BC}"/>
              </a:ext>
            </a:extLst>
          </p:cNvPr>
          <p:cNvSpPr txBox="1"/>
          <p:nvPr/>
        </p:nvSpPr>
        <p:spPr>
          <a:xfrm>
            <a:off x="3569167" y="6245732"/>
            <a:ext cx="4289569" cy="246221"/>
          </a:xfrm>
          <a:prstGeom prst="rect">
            <a:avLst/>
          </a:prstGeom>
          <a:noFill/>
        </p:spPr>
        <p:txBody>
          <a:bodyPr wrap="square" rtlCol="0">
            <a:spAutoFit/>
          </a:bodyPr>
          <a:lstStyle/>
          <a:p>
            <a:r>
              <a:rPr lang="en-US" sz="1000" dirty="0"/>
              <a:t>Fonte: https://materialpublic.imd.ufrn.br/curso/disciplina/4/14/2/4</a:t>
            </a:r>
          </a:p>
        </p:txBody>
      </p:sp>
    </p:spTree>
    <p:extLst>
      <p:ext uri="{BB962C8B-B14F-4D97-AF65-F5344CB8AC3E}">
        <p14:creationId xmlns:p14="http://schemas.microsoft.com/office/powerpoint/2010/main" val="1460128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5931DB3-3BC5-DBEF-5282-4EF32851D85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DEF4D36-3EF4-4295-8B15-9ADE4B089AC1}"/>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04B5B06D-44A6-626E-705A-A96A4F7FCAAC}"/>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pic>
        <p:nvPicPr>
          <p:cNvPr id="3" name="Imagem 2">
            <a:extLst>
              <a:ext uri="{FF2B5EF4-FFF2-40B4-BE49-F238E27FC236}">
                <a16:creationId xmlns:a16="http://schemas.microsoft.com/office/drawing/2014/main" id="{7EE8A04A-3A52-B8B6-9907-336C467868C3}"/>
              </a:ext>
            </a:extLst>
          </p:cNvPr>
          <p:cNvPicPr>
            <a:picLocks noChangeAspect="1"/>
          </p:cNvPicPr>
          <p:nvPr/>
        </p:nvPicPr>
        <p:blipFill>
          <a:blip r:embed="rId4"/>
          <a:stretch>
            <a:fillRect/>
          </a:stretch>
        </p:blipFill>
        <p:spPr>
          <a:xfrm>
            <a:off x="1483943" y="1629960"/>
            <a:ext cx="9224113" cy="4824536"/>
          </a:xfrm>
          <a:prstGeom prst="rect">
            <a:avLst/>
          </a:prstGeom>
        </p:spPr>
      </p:pic>
      <p:sp>
        <p:nvSpPr>
          <p:cNvPr id="4" name="CaixaDeTexto 3">
            <a:extLst>
              <a:ext uri="{FF2B5EF4-FFF2-40B4-BE49-F238E27FC236}">
                <a16:creationId xmlns:a16="http://schemas.microsoft.com/office/drawing/2014/main" id="{642266C2-BB7A-F05B-C928-C4DB90B973E9}"/>
              </a:ext>
            </a:extLst>
          </p:cNvPr>
          <p:cNvSpPr txBox="1"/>
          <p:nvPr/>
        </p:nvSpPr>
        <p:spPr>
          <a:xfrm>
            <a:off x="2063552" y="1442417"/>
            <a:ext cx="5291320" cy="369332"/>
          </a:xfrm>
          <a:prstGeom prst="rect">
            <a:avLst/>
          </a:prstGeom>
          <a:noFill/>
        </p:spPr>
        <p:txBody>
          <a:bodyPr wrap="none" rtlCol="0">
            <a:spAutoFit/>
          </a:bodyPr>
          <a:lstStyle/>
          <a:p>
            <a:r>
              <a:rPr lang="pt-BR" b="1" dirty="0"/>
              <a:t>Endereçamento da próxima instrução a ser executada</a:t>
            </a:r>
            <a:endParaRPr lang="en-US" dirty="0"/>
          </a:p>
        </p:txBody>
      </p:sp>
    </p:spTree>
    <p:extLst>
      <p:ext uri="{BB962C8B-B14F-4D97-AF65-F5344CB8AC3E}">
        <p14:creationId xmlns:p14="http://schemas.microsoft.com/office/powerpoint/2010/main" val="4201943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7939C43-97FB-7E84-EE63-1236C587A28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EEF4FC-5828-839D-CEF0-28A62DA76383}"/>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6B18871E-05CB-D6F6-0D13-7A833153FA91}"/>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F0EA2B3C-DDBB-80CB-2DE1-20C741B478B6}"/>
              </a:ext>
            </a:extLst>
          </p:cNvPr>
          <p:cNvSpPr txBox="1"/>
          <p:nvPr/>
        </p:nvSpPr>
        <p:spPr>
          <a:xfrm>
            <a:off x="2063552" y="1442417"/>
            <a:ext cx="4609082" cy="369332"/>
          </a:xfrm>
          <a:prstGeom prst="rect">
            <a:avLst/>
          </a:prstGeom>
          <a:noFill/>
        </p:spPr>
        <p:txBody>
          <a:bodyPr wrap="none" rtlCol="0">
            <a:spAutoFit/>
          </a:bodyPr>
          <a:lstStyle/>
          <a:p>
            <a:r>
              <a:rPr lang="pt-BR" b="1" dirty="0"/>
              <a:t>Leitura da instrução da memória de instruções</a:t>
            </a:r>
            <a:endParaRPr lang="en-US" dirty="0"/>
          </a:p>
        </p:txBody>
      </p:sp>
      <p:pic>
        <p:nvPicPr>
          <p:cNvPr id="2" name="Imagem 1" descr="Leitura da instrução">
            <a:extLst>
              <a:ext uri="{FF2B5EF4-FFF2-40B4-BE49-F238E27FC236}">
                <a16:creationId xmlns:a16="http://schemas.microsoft.com/office/drawing/2014/main" id="{3DF04B16-C8AA-F417-6A8E-2785639F77AC}"/>
              </a:ext>
            </a:extLst>
          </p:cNvPr>
          <p:cNvPicPr>
            <a:picLocks noChangeAspect="1"/>
          </p:cNvPicPr>
          <p:nvPr/>
        </p:nvPicPr>
        <p:blipFill>
          <a:blip r:embed="rId4"/>
          <a:stretch>
            <a:fillRect/>
          </a:stretch>
        </p:blipFill>
        <p:spPr>
          <a:xfrm>
            <a:off x="2099556" y="1788365"/>
            <a:ext cx="7992888" cy="4430343"/>
          </a:xfrm>
          <a:prstGeom prst="rect">
            <a:avLst/>
          </a:prstGeom>
        </p:spPr>
      </p:pic>
    </p:spTree>
    <p:extLst>
      <p:ext uri="{BB962C8B-B14F-4D97-AF65-F5344CB8AC3E}">
        <p14:creationId xmlns:p14="http://schemas.microsoft.com/office/powerpoint/2010/main" val="241843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13AB955-D1FA-4F46-B4D4-95DF864E463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8FDAD1-A74F-D1B8-FF6C-4DAB56A8EE37}"/>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4D874E7E-EC5F-E336-C486-9CE34F51EACD}"/>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0C764EC0-6A71-A576-439C-F68C9C6B5658}"/>
              </a:ext>
            </a:extLst>
          </p:cNvPr>
          <p:cNvSpPr txBox="1"/>
          <p:nvPr/>
        </p:nvSpPr>
        <p:spPr>
          <a:xfrm>
            <a:off x="2063552" y="1442417"/>
            <a:ext cx="4766818" cy="369332"/>
          </a:xfrm>
          <a:prstGeom prst="rect">
            <a:avLst/>
          </a:prstGeom>
          <a:noFill/>
        </p:spPr>
        <p:txBody>
          <a:bodyPr wrap="none" rtlCol="0">
            <a:spAutoFit/>
          </a:bodyPr>
          <a:lstStyle/>
          <a:p>
            <a:r>
              <a:rPr lang="pt-BR" b="1" dirty="0"/>
              <a:t>Escrita da instrução no registrador de instruções</a:t>
            </a:r>
            <a:endParaRPr lang="en-US" dirty="0"/>
          </a:p>
        </p:txBody>
      </p:sp>
      <p:pic>
        <p:nvPicPr>
          <p:cNvPr id="3" name="Imagem 2" descr="Escrita da instrução">
            <a:extLst>
              <a:ext uri="{FF2B5EF4-FFF2-40B4-BE49-F238E27FC236}">
                <a16:creationId xmlns:a16="http://schemas.microsoft.com/office/drawing/2014/main" id="{277C7E54-831D-8077-5183-FF9CBCCECEFF}"/>
              </a:ext>
            </a:extLst>
          </p:cNvPr>
          <p:cNvPicPr>
            <a:picLocks noChangeAspect="1"/>
          </p:cNvPicPr>
          <p:nvPr/>
        </p:nvPicPr>
        <p:blipFill>
          <a:blip r:embed="rId4"/>
          <a:stretch>
            <a:fillRect/>
          </a:stretch>
        </p:blipFill>
        <p:spPr>
          <a:xfrm>
            <a:off x="2038110" y="1811749"/>
            <a:ext cx="7961125" cy="4412738"/>
          </a:xfrm>
          <a:prstGeom prst="rect">
            <a:avLst/>
          </a:prstGeom>
        </p:spPr>
      </p:pic>
    </p:spTree>
    <p:extLst>
      <p:ext uri="{BB962C8B-B14F-4D97-AF65-F5344CB8AC3E}">
        <p14:creationId xmlns:p14="http://schemas.microsoft.com/office/powerpoint/2010/main" val="2174996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AAD00BA-7F5B-36D0-3E6F-F6DA03799C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9A2712D-F857-05F9-CA41-192D4467E2ED}"/>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1BF80598-D6FF-5466-C05E-8B9B4FE93673}"/>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38C8AD5E-5E2D-2265-0A98-4FFCCC5DC9AB}"/>
              </a:ext>
            </a:extLst>
          </p:cNvPr>
          <p:cNvSpPr txBox="1"/>
          <p:nvPr/>
        </p:nvSpPr>
        <p:spPr>
          <a:xfrm>
            <a:off x="2063552" y="1442417"/>
            <a:ext cx="2972993" cy="369332"/>
          </a:xfrm>
          <a:prstGeom prst="rect">
            <a:avLst/>
          </a:prstGeom>
          <a:noFill/>
        </p:spPr>
        <p:txBody>
          <a:bodyPr wrap="none" rtlCol="0">
            <a:spAutoFit/>
          </a:bodyPr>
          <a:lstStyle/>
          <a:p>
            <a:r>
              <a:rPr lang="pt-BR" b="1" dirty="0"/>
              <a:t>Decodificação dos operandos</a:t>
            </a:r>
            <a:endParaRPr lang="en-US" dirty="0"/>
          </a:p>
        </p:txBody>
      </p:sp>
      <p:pic>
        <p:nvPicPr>
          <p:cNvPr id="2" name="Imagem 1" descr="Decodificação dos operandos">
            <a:extLst>
              <a:ext uri="{FF2B5EF4-FFF2-40B4-BE49-F238E27FC236}">
                <a16:creationId xmlns:a16="http://schemas.microsoft.com/office/drawing/2014/main" id="{32760228-1A03-6982-931B-D3CCEC9E7CD0}"/>
              </a:ext>
            </a:extLst>
          </p:cNvPr>
          <p:cNvPicPr>
            <a:picLocks noChangeAspect="1"/>
          </p:cNvPicPr>
          <p:nvPr/>
        </p:nvPicPr>
        <p:blipFill>
          <a:blip r:embed="rId4"/>
          <a:stretch>
            <a:fillRect/>
          </a:stretch>
        </p:blipFill>
        <p:spPr>
          <a:xfrm>
            <a:off x="1487488" y="1811749"/>
            <a:ext cx="8352928" cy="4629909"/>
          </a:xfrm>
          <a:prstGeom prst="rect">
            <a:avLst/>
          </a:prstGeom>
        </p:spPr>
      </p:pic>
    </p:spTree>
    <p:extLst>
      <p:ext uri="{BB962C8B-B14F-4D97-AF65-F5344CB8AC3E}">
        <p14:creationId xmlns:p14="http://schemas.microsoft.com/office/powerpoint/2010/main" val="474453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8A0AE13-D5F5-0655-2BAE-BB6207C0E35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4FB9647-130F-BC6E-0EBB-E781477C625F}"/>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1EC761B6-8CE2-874E-3532-24D764F1AADB}"/>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909AF9F5-E059-F9BF-695D-169C16C35DFC}"/>
              </a:ext>
            </a:extLst>
          </p:cNvPr>
          <p:cNvSpPr txBox="1"/>
          <p:nvPr/>
        </p:nvSpPr>
        <p:spPr>
          <a:xfrm>
            <a:off x="2063552" y="1442417"/>
            <a:ext cx="5510996" cy="369332"/>
          </a:xfrm>
          <a:prstGeom prst="rect">
            <a:avLst/>
          </a:prstGeom>
          <a:noFill/>
        </p:spPr>
        <p:txBody>
          <a:bodyPr wrap="none" rtlCol="0">
            <a:spAutoFit/>
          </a:bodyPr>
          <a:lstStyle/>
          <a:p>
            <a:r>
              <a:rPr lang="pt-BR" b="1" dirty="0"/>
              <a:t>Leitura dos operandos da memória ou dos registradores</a:t>
            </a:r>
            <a:endParaRPr lang="en-US" dirty="0"/>
          </a:p>
        </p:txBody>
      </p:sp>
      <p:pic>
        <p:nvPicPr>
          <p:cNvPr id="3" name="Imagem 2" descr="Leitura dos operandos">
            <a:extLst>
              <a:ext uri="{FF2B5EF4-FFF2-40B4-BE49-F238E27FC236}">
                <a16:creationId xmlns:a16="http://schemas.microsoft.com/office/drawing/2014/main" id="{CC7C99A5-8FAC-23A5-9675-0BE54F9B4D2F}"/>
              </a:ext>
            </a:extLst>
          </p:cNvPr>
          <p:cNvPicPr>
            <a:picLocks noChangeAspect="1"/>
          </p:cNvPicPr>
          <p:nvPr/>
        </p:nvPicPr>
        <p:blipFill>
          <a:blip r:embed="rId4"/>
          <a:stretch>
            <a:fillRect/>
          </a:stretch>
        </p:blipFill>
        <p:spPr>
          <a:xfrm>
            <a:off x="1631504" y="1736161"/>
            <a:ext cx="7780854" cy="4724090"/>
          </a:xfrm>
          <a:prstGeom prst="rect">
            <a:avLst/>
          </a:prstGeom>
        </p:spPr>
      </p:pic>
    </p:spTree>
    <p:extLst>
      <p:ext uri="{BB962C8B-B14F-4D97-AF65-F5344CB8AC3E}">
        <p14:creationId xmlns:p14="http://schemas.microsoft.com/office/powerpoint/2010/main" val="556734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605C021-5E63-52D9-BDCB-381D45333D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7FE0E9-F4F2-2CA4-FAFD-FF2A26121FDE}"/>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663B8718-1CB4-05A7-4448-7ED21F720CC4}"/>
              </a:ext>
            </a:extLst>
          </p:cNvPr>
          <p:cNvSpPr txBox="1"/>
          <p:nvPr/>
        </p:nvSpPr>
        <p:spPr>
          <a:xfrm>
            <a:off x="3071664" y="646025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72971731-BD9D-F073-59E9-DEFA63F372C3}"/>
              </a:ext>
            </a:extLst>
          </p:cNvPr>
          <p:cNvSpPr txBox="1"/>
          <p:nvPr/>
        </p:nvSpPr>
        <p:spPr>
          <a:xfrm>
            <a:off x="2063552" y="1442417"/>
            <a:ext cx="2293064" cy="369332"/>
          </a:xfrm>
          <a:prstGeom prst="rect">
            <a:avLst/>
          </a:prstGeom>
          <a:noFill/>
        </p:spPr>
        <p:txBody>
          <a:bodyPr wrap="none" rtlCol="0">
            <a:spAutoFit/>
          </a:bodyPr>
          <a:lstStyle/>
          <a:p>
            <a:r>
              <a:rPr lang="pt-BR" b="1" dirty="0"/>
              <a:t>Execução da instrução</a:t>
            </a:r>
            <a:endParaRPr lang="en-US" dirty="0"/>
          </a:p>
        </p:txBody>
      </p:sp>
      <p:pic>
        <p:nvPicPr>
          <p:cNvPr id="2" name="Imagem 1" descr="Execução da instrução">
            <a:extLst>
              <a:ext uri="{FF2B5EF4-FFF2-40B4-BE49-F238E27FC236}">
                <a16:creationId xmlns:a16="http://schemas.microsoft.com/office/drawing/2014/main" id="{5645A602-54FB-729C-F68C-F50B8D0E2D80}"/>
              </a:ext>
            </a:extLst>
          </p:cNvPr>
          <p:cNvPicPr>
            <a:picLocks noChangeAspect="1"/>
          </p:cNvPicPr>
          <p:nvPr/>
        </p:nvPicPr>
        <p:blipFill>
          <a:blip r:embed="rId4"/>
          <a:stretch>
            <a:fillRect/>
          </a:stretch>
        </p:blipFill>
        <p:spPr>
          <a:xfrm>
            <a:off x="1271464" y="1778204"/>
            <a:ext cx="8280920" cy="4660975"/>
          </a:xfrm>
          <a:prstGeom prst="rect">
            <a:avLst/>
          </a:prstGeom>
        </p:spPr>
      </p:pic>
    </p:spTree>
    <p:extLst>
      <p:ext uri="{BB962C8B-B14F-4D97-AF65-F5344CB8AC3E}">
        <p14:creationId xmlns:p14="http://schemas.microsoft.com/office/powerpoint/2010/main" val="1212699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7320088-3872-5E59-E552-3F29557F4D0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DD8D3AC-1E53-0C4E-6B24-92B9EFD15943}"/>
              </a:ext>
            </a:extLst>
          </p:cNvPr>
          <p:cNvSpPr>
            <a:spLocks noGrp="1"/>
          </p:cNvSpPr>
          <p:nvPr>
            <p:ph type="title"/>
          </p:nvPr>
        </p:nvSpPr>
        <p:spPr/>
        <p:txBody>
          <a:bodyPr/>
          <a:lstStyle/>
          <a:p>
            <a:r>
              <a:rPr lang="pt-BR" dirty="0">
                <a:solidFill>
                  <a:srgbClr val="1B2874"/>
                </a:solidFill>
              </a:rPr>
              <a:t>Computadores - Processador</a:t>
            </a:r>
            <a:endParaRPr lang="en-BE" dirty="0">
              <a:solidFill>
                <a:srgbClr val="1B2874"/>
              </a:solidFill>
            </a:endParaRPr>
          </a:p>
        </p:txBody>
      </p:sp>
      <p:sp>
        <p:nvSpPr>
          <p:cNvPr id="11" name="CaixaDeTexto 10">
            <a:extLst>
              <a:ext uri="{FF2B5EF4-FFF2-40B4-BE49-F238E27FC236}">
                <a16:creationId xmlns:a16="http://schemas.microsoft.com/office/drawing/2014/main" id="{09CDEE5D-9BB0-5DB4-29B2-99E52DCA4D27}"/>
              </a:ext>
            </a:extLst>
          </p:cNvPr>
          <p:cNvSpPr txBox="1"/>
          <p:nvPr/>
        </p:nvSpPr>
        <p:spPr>
          <a:xfrm>
            <a:off x="5807968" y="6583361"/>
            <a:ext cx="5616624" cy="246221"/>
          </a:xfrm>
          <a:prstGeom prst="rect">
            <a:avLst/>
          </a:prstGeom>
          <a:noFill/>
        </p:spPr>
        <p:txBody>
          <a:bodyPr wrap="square" rtlCol="0">
            <a:spAutoFit/>
          </a:bodyPr>
          <a:lstStyle/>
          <a:p>
            <a:r>
              <a:rPr lang="en-US" sz="1000" dirty="0"/>
              <a:t>Fonte: https://materialpublic.imd.ufrn.br/curso/disciplina/4/14/2/6</a:t>
            </a:r>
          </a:p>
        </p:txBody>
      </p:sp>
      <p:sp>
        <p:nvSpPr>
          <p:cNvPr id="4" name="CaixaDeTexto 3">
            <a:extLst>
              <a:ext uri="{FF2B5EF4-FFF2-40B4-BE49-F238E27FC236}">
                <a16:creationId xmlns:a16="http://schemas.microsoft.com/office/drawing/2014/main" id="{A58326BB-DB47-83ED-E255-7A7EE35C9CE4}"/>
              </a:ext>
            </a:extLst>
          </p:cNvPr>
          <p:cNvSpPr txBox="1"/>
          <p:nvPr/>
        </p:nvSpPr>
        <p:spPr>
          <a:xfrm>
            <a:off x="2639616" y="1431947"/>
            <a:ext cx="2070760" cy="369332"/>
          </a:xfrm>
          <a:prstGeom prst="rect">
            <a:avLst/>
          </a:prstGeom>
          <a:noFill/>
        </p:spPr>
        <p:txBody>
          <a:bodyPr wrap="none" rtlCol="0">
            <a:spAutoFit/>
          </a:bodyPr>
          <a:lstStyle/>
          <a:p>
            <a:r>
              <a:rPr lang="pt-BR" b="1" dirty="0"/>
              <a:t>Escrita do resultado</a:t>
            </a:r>
            <a:endParaRPr lang="en-US" dirty="0"/>
          </a:p>
        </p:txBody>
      </p:sp>
      <p:pic>
        <p:nvPicPr>
          <p:cNvPr id="3" name="Imagem 2" descr="Escrita do resultado">
            <a:extLst>
              <a:ext uri="{FF2B5EF4-FFF2-40B4-BE49-F238E27FC236}">
                <a16:creationId xmlns:a16="http://schemas.microsoft.com/office/drawing/2014/main" id="{18A6C78D-FFC8-AF69-5ECC-3A8CEA3DD450}"/>
              </a:ext>
            </a:extLst>
          </p:cNvPr>
          <p:cNvPicPr>
            <a:picLocks noChangeAspect="1"/>
          </p:cNvPicPr>
          <p:nvPr/>
        </p:nvPicPr>
        <p:blipFill>
          <a:blip r:embed="rId4"/>
          <a:stretch>
            <a:fillRect/>
          </a:stretch>
        </p:blipFill>
        <p:spPr>
          <a:xfrm>
            <a:off x="2486863" y="1836528"/>
            <a:ext cx="6642210" cy="4806862"/>
          </a:xfrm>
          <a:prstGeom prst="rect">
            <a:avLst/>
          </a:prstGeom>
        </p:spPr>
      </p:pic>
    </p:spTree>
    <p:extLst>
      <p:ext uri="{BB962C8B-B14F-4D97-AF65-F5344CB8AC3E}">
        <p14:creationId xmlns:p14="http://schemas.microsoft.com/office/powerpoint/2010/main" val="909836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E83C518E-C1B0-46B7-49D5-F30F65225B8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92B98D4-4851-62A6-6A48-7073D8EE8614}"/>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7" name="Espaço Reservado para Conteúdo 6">
            <a:extLst>
              <a:ext uri="{FF2B5EF4-FFF2-40B4-BE49-F238E27FC236}">
                <a16:creationId xmlns:a16="http://schemas.microsoft.com/office/drawing/2014/main" id="{1572CA9C-A64C-6DE3-3656-3761EE0A1210}"/>
              </a:ext>
            </a:extLst>
          </p:cNvPr>
          <p:cNvSpPr>
            <a:spLocks noGrp="1"/>
          </p:cNvSpPr>
          <p:nvPr>
            <p:ph idx="1"/>
          </p:nvPr>
        </p:nvSpPr>
        <p:spPr/>
        <p:txBody>
          <a:bodyPr/>
          <a:lstStyle/>
          <a:p>
            <a:pPr algn="just"/>
            <a:r>
              <a:rPr lang="pt-BR" dirty="0">
                <a:latin typeface="+mj-lt"/>
              </a:rPr>
              <a:t>Para que processadores consigam executar algoritmos, todas as instruções, bem como os dados dos algoritmos, precisam ser armazenadas em algum lugar para serem processados. Esse lugar é a memória.</a:t>
            </a:r>
            <a:endParaRPr lang="en-US" sz="4800" dirty="0">
              <a:latin typeface="+mj-lt"/>
            </a:endParaRPr>
          </a:p>
          <a:p>
            <a:r>
              <a:rPr lang="en-US" dirty="0" err="1">
                <a:latin typeface="+mj-lt"/>
              </a:rPr>
              <a:t>Circuitos</a:t>
            </a:r>
            <a:r>
              <a:rPr lang="en-US" dirty="0">
                <a:latin typeface="+mj-lt"/>
              </a:rPr>
              <a:t> </a:t>
            </a:r>
            <a:r>
              <a:rPr lang="en-US" dirty="0" err="1">
                <a:latin typeface="+mj-lt"/>
              </a:rPr>
              <a:t>que</a:t>
            </a:r>
            <a:r>
              <a:rPr lang="en-US" dirty="0">
                <a:latin typeface="+mj-lt"/>
              </a:rPr>
              <a:t> </a:t>
            </a:r>
            <a:r>
              <a:rPr lang="en-US" dirty="0" err="1">
                <a:latin typeface="+mj-lt"/>
              </a:rPr>
              <a:t>integram</a:t>
            </a:r>
            <a:r>
              <a:rPr lang="en-US" dirty="0">
                <a:latin typeface="+mj-lt"/>
              </a:rPr>
              <a:t> a </a:t>
            </a:r>
            <a:r>
              <a:rPr lang="en-US" dirty="0" err="1">
                <a:latin typeface="+mj-lt"/>
              </a:rPr>
              <a:t>organização</a:t>
            </a:r>
            <a:r>
              <a:rPr lang="en-US" dirty="0">
                <a:latin typeface="+mj-lt"/>
              </a:rPr>
              <a:t> interna do </a:t>
            </a:r>
            <a:r>
              <a:rPr lang="en-US" dirty="0" err="1">
                <a:latin typeface="+mj-lt"/>
              </a:rPr>
              <a:t>computador</a:t>
            </a:r>
            <a:r>
              <a:rPr lang="en-US" dirty="0">
                <a:latin typeface="+mj-lt"/>
              </a:rPr>
              <a:t>, </a:t>
            </a:r>
            <a:r>
              <a:rPr lang="en-US" dirty="0" err="1">
                <a:latin typeface="+mj-lt"/>
              </a:rPr>
              <a:t>possibilitando</a:t>
            </a:r>
            <a:r>
              <a:rPr lang="en-US" dirty="0">
                <a:latin typeface="+mj-lt"/>
              </a:rPr>
              <a:t> o </a:t>
            </a:r>
            <a:r>
              <a:rPr lang="en-US" dirty="0" err="1">
                <a:latin typeface="+mj-lt"/>
              </a:rPr>
              <a:t>armazenamento</a:t>
            </a:r>
            <a:r>
              <a:rPr lang="en-US" dirty="0">
                <a:latin typeface="+mj-lt"/>
              </a:rPr>
              <a:t> de dados</a:t>
            </a:r>
          </a:p>
          <a:p>
            <a:r>
              <a:rPr lang="en-US" dirty="0">
                <a:latin typeface="+mj-lt"/>
              </a:rPr>
              <a:t>Reter </a:t>
            </a:r>
            <a:r>
              <a:rPr lang="en-US" dirty="0" err="1">
                <a:latin typeface="+mj-lt"/>
              </a:rPr>
              <a:t>por</a:t>
            </a:r>
            <a:r>
              <a:rPr lang="en-US" dirty="0">
                <a:latin typeface="+mj-lt"/>
              </a:rPr>
              <a:t> tempo </a:t>
            </a:r>
            <a:r>
              <a:rPr lang="en-US" dirty="0" err="1">
                <a:latin typeface="+mj-lt"/>
              </a:rPr>
              <a:t>determinados</a:t>
            </a:r>
            <a:r>
              <a:rPr lang="en-US" dirty="0">
                <a:latin typeface="+mj-lt"/>
              </a:rPr>
              <a:t> </a:t>
            </a:r>
            <a:r>
              <a:rPr lang="en-US" dirty="0" err="1">
                <a:latin typeface="+mj-lt"/>
              </a:rPr>
              <a:t>ou</a:t>
            </a:r>
            <a:r>
              <a:rPr lang="en-US" dirty="0">
                <a:latin typeface="+mj-lt"/>
              </a:rPr>
              <a:t> </a:t>
            </a:r>
            <a:r>
              <a:rPr lang="en-US" dirty="0" err="1">
                <a:latin typeface="+mj-lt"/>
              </a:rPr>
              <a:t>indetermindos</a:t>
            </a:r>
            <a:endParaRPr lang="en-US" dirty="0">
              <a:latin typeface="+mj-lt"/>
            </a:endParaRPr>
          </a:p>
        </p:txBody>
      </p:sp>
      <p:sp>
        <p:nvSpPr>
          <p:cNvPr id="11" name="CaixaDeTexto 10">
            <a:extLst>
              <a:ext uri="{FF2B5EF4-FFF2-40B4-BE49-F238E27FC236}">
                <a16:creationId xmlns:a16="http://schemas.microsoft.com/office/drawing/2014/main" id="{B1931C3F-990A-2353-E6FC-38B09A860570}"/>
              </a:ext>
            </a:extLst>
          </p:cNvPr>
          <p:cNvSpPr txBox="1"/>
          <p:nvPr/>
        </p:nvSpPr>
        <p:spPr>
          <a:xfrm>
            <a:off x="5807968" y="6583361"/>
            <a:ext cx="5616624" cy="246221"/>
          </a:xfrm>
          <a:prstGeom prst="rect">
            <a:avLst/>
          </a:prstGeom>
          <a:noFill/>
        </p:spPr>
        <p:txBody>
          <a:bodyPr wrap="square" rtlCol="0">
            <a:spAutoFit/>
          </a:bodyPr>
          <a:lstStyle/>
          <a:p>
            <a:r>
              <a:rPr lang="en-US" sz="1000" dirty="0"/>
              <a:t>Fonte: https://materialpublic.imd.ufrn.br/curso/disciplina/4/14/2/6</a:t>
            </a:r>
          </a:p>
        </p:txBody>
      </p:sp>
    </p:spTree>
    <p:extLst>
      <p:ext uri="{BB962C8B-B14F-4D97-AF65-F5344CB8AC3E}">
        <p14:creationId xmlns:p14="http://schemas.microsoft.com/office/powerpoint/2010/main" val="2268731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C60224EF-7B40-7241-AABD-0370C0F48EE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668A2E-3828-E6B9-C9C3-89B877E07D44}"/>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11" name="CaixaDeTexto 10">
            <a:extLst>
              <a:ext uri="{FF2B5EF4-FFF2-40B4-BE49-F238E27FC236}">
                <a16:creationId xmlns:a16="http://schemas.microsoft.com/office/drawing/2014/main" id="{8220A64D-299D-599B-347B-53206916056D}"/>
              </a:ext>
            </a:extLst>
          </p:cNvPr>
          <p:cNvSpPr txBox="1"/>
          <p:nvPr/>
        </p:nvSpPr>
        <p:spPr>
          <a:xfrm>
            <a:off x="263352" y="5947321"/>
            <a:ext cx="5616624" cy="246221"/>
          </a:xfrm>
          <a:prstGeom prst="rect">
            <a:avLst/>
          </a:prstGeom>
          <a:noFill/>
        </p:spPr>
        <p:txBody>
          <a:bodyPr wrap="square" rtlCol="0">
            <a:spAutoFit/>
          </a:bodyPr>
          <a:lstStyle/>
          <a:p>
            <a:r>
              <a:rPr lang="en-US" sz="1000" dirty="0"/>
              <a:t>Fonte: https://www.techtudo.com.br/noticias/2014/01/como-fazer-upgrade-da-memoria-ram.ghtml</a:t>
            </a:r>
          </a:p>
        </p:txBody>
      </p:sp>
      <p:pic>
        <p:nvPicPr>
          <p:cNvPr id="4" name="Imagem 3" descr="Como fazer upgrade da memória RAM? Saiba como">
            <a:extLst>
              <a:ext uri="{FF2B5EF4-FFF2-40B4-BE49-F238E27FC236}">
                <a16:creationId xmlns:a16="http://schemas.microsoft.com/office/drawing/2014/main" id="{F5250F43-EA2D-5F6B-6513-F86395BF10FB}"/>
              </a:ext>
            </a:extLst>
          </p:cNvPr>
          <p:cNvPicPr>
            <a:picLocks noChangeAspect="1"/>
          </p:cNvPicPr>
          <p:nvPr/>
        </p:nvPicPr>
        <p:blipFill>
          <a:blip r:embed="rId4"/>
          <a:stretch>
            <a:fillRect/>
          </a:stretch>
        </p:blipFill>
        <p:spPr>
          <a:xfrm>
            <a:off x="335360" y="1556792"/>
            <a:ext cx="5832648" cy="4374486"/>
          </a:xfrm>
          <a:prstGeom prst="rect">
            <a:avLst/>
          </a:prstGeom>
        </p:spPr>
      </p:pic>
      <p:pic>
        <p:nvPicPr>
          <p:cNvPr id="6" name="Imagem 5" descr="7 coisas que você deve saber antes de comprar memória RAM | Produto">
            <a:extLst>
              <a:ext uri="{FF2B5EF4-FFF2-40B4-BE49-F238E27FC236}">
                <a16:creationId xmlns:a16="http://schemas.microsoft.com/office/drawing/2014/main" id="{ACA36C08-7248-011E-E5BE-A562787D2D1F}"/>
              </a:ext>
            </a:extLst>
          </p:cNvPr>
          <p:cNvPicPr>
            <a:picLocks noChangeAspect="1"/>
          </p:cNvPicPr>
          <p:nvPr/>
        </p:nvPicPr>
        <p:blipFill>
          <a:blip r:embed="rId5"/>
          <a:stretch>
            <a:fillRect/>
          </a:stretch>
        </p:blipFill>
        <p:spPr>
          <a:xfrm>
            <a:off x="6215428" y="1556791"/>
            <a:ext cx="5832646" cy="4374485"/>
          </a:xfrm>
          <a:prstGeom prst="rect">
            <a:avLst/>
          </a:prstGeom>
        </p:spPr>
      </p:pic>
      <p:sp>
        <p:nvSpPr>
          <p:cNvPr id="9" name="CaixaDeTexto 8">
            <a:extLst>
              <a:ext uri="{FF2B5EF4-FFF2-40B4-BE49-F238E27FC236}">
                <a16:creationId xmlns:a16="http://schemas.microsoft.com/office/drawing/2014/main" id="{173E5DD7-A2FF-EBC6-5997-A52312299B1E}"/>
              </a:ext>
            </a:extLst>
          </p:cNvPr>
          <p:cNvSpPr txBox="1"/>
          <p:nvPr/>
        </p:nvSpPr>
        <p:spPr>
          <a:xfrm>
            <a:off x="6168008" y="5947321"/>
            <a:ext cx="6097772" cy="230832"/>
          </a:xfrm>
          <a:prstGeom prst="rect">
            <a:avLst/>
          </a:prstGeom>
          <a:noFill/>
        </p:spPr>
        <p:txBody>
          <a:bodyPr wrap="square">
            <a:spAutoFit/>
          </a:bodyPr>
          <a:lstStyle/>
          <a:p>
            <a:r>
              <a:rPr lang="en-US" sz="900" dirty="0"/>
              <a:t>Fonte: https://www.tecmundo.com.br/produto/11329-7-coisas-que-voce-deve-saber-antes-de-comprar-memoria-ram.htm</a:t>
            </a:r>
          </a:p>
        </p:txBody>
      </p:sp>
    </p:spTree>
    <p:extLst>
      <p:ext uri="{BB962C8B-B14F-4D97-AF65-F5344CB8AC3E}">
        <p14:creationId xmlns:p14="http://schemas.microsoft.com/office/powerpoint/2010/main" val="1137129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C0F4C8B-B8D5-1190-1EBC-D0FD136DA1D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FAE1DE2-A9F4-3045-F3EA-2B161FC00E5E}"/>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pic>
        <p:nvPicPr>
          <p:cNvPr id="2" name="Imagem 1" descr="Representação lógica de uma memória.">
            <a:extLst>
              <a:ext uri="{FF2B5EF4-FFF2-40B4-BE49-F238E27FC236}">
                <a16:creationId xmlns:a16="http://schemas.microsoft.com/office/drawing/2014/main" id="{5B97AAFB-B01D-7960-8C0B-6E0C90840714}"/>
              </a:ext>
            </a:extLst>
          </p:cNvPr>
          <p:cNvPicPr>
            <a:picLocks noChangeAspect="1"/>
          </p:cNvPicPr>
          <p:nvPr/>
        </p:nvPicPr>
        <p:blipFill>
          <a:blip r:embed="rId4"/>
          <a:stretch>
            <a:fillRect/>
          </a:stretch>
        </p:blipFill>
        <p:spPr>
          <a:xfrm>
            <a:off x="767408" y="1383358"/>
            <a:ext cx="3746032" cy="4457143"/>
          </a:xfrm>
          <a:prstGeom prst="rect">
            <a:avLst/>
          </a:prstGeom>
        </p:spPr>
      </p:pic>
      <p:sp>
        <p:nvSpPr>
          <p:cNvPr id="7" name="CaixaDeTexto 6">
            <a:extLst>
              <a:ext uri="{FF2B5EF4-FFF2-40B4-BE49-F238E27FC236}">
                <a16:creationId xmlns:a16="http://schemas.microsoft.com/office/drawing/2014/main" id="{B3590818-5EB9-3975-6DB9-1921C8145081}"/>
              </a:ext>
            </a:extLst>
          </p:cNvPr>
          <p:cNvSpPr txBox="1"/>
          <p:nvPr/>
        </p:nvSpPr>
        <p:spPr>
          <a:xfrm>
            <a:off x="263352" y="5851318"/>
            <a:ext cx="5616624" cy="246221"/>
          </a:xfrm>
          <a:prstGeom prst="rect">
            <a:avLst/>
          </a:prstGeom>
          <a:noFill/>
        </p:spPr>
        <p:txBody>
          <a:bodyPr wrap="square" rtlCol="0">
            <a:spAutoFit/>
          </a:bodyPr>
          <a:lstStyle/>
          <a:p>
            <a:r>
              <a:rPr lang="en-US" sz="1000" dirty="0"/>
              <a:t>Fonte: https://materialpublic.imd.ufrn.br/curso/disciplina/4/14/3/2</a:t>
            </a:r>
          </a:p>
        </p:txBody>
      </p:sp>
      <p:sp>
        <p:nvSpPr>
          <p:cNvPr id="8" name="CaixaDeTexto 7">
            <a:extLst>
              <a:ext uri="{FF2B5EF4-FFF2-40B4-BE49-F238E27FC236}">
                <a16:creationId xmlns:a16="http://schemas.microsoft.com/office/drawing/2014/main" id="{1CA68B4F-FC1D-5574-2B13-F84803C1BEF7}"/>
              </a:ext>
            </a:extLst>
          </p:cNvPr>
          <p:cNvSpPr txBox="1"/>
          <p:nvPr/>
        </p:nvSpPr>
        <p:spPr>
          <a:xfrm>
            <a:off x="6096001" y="1916832"/>
            <a:ext cx="4968552"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Informações</a:t>
            </a:r>
            <a:r>
              <a:rPr lang="en-US" sz="2400" dirty="0"/>
              <a:t>: </a:t>
            </a:r>
            <a:r>
              <a:rPr lang="en-US" sz="2400" dirty="0" err="1"/>
              <a:t>Posição</a:t>
            </a:r>
            <a:r>
              <a:rPr lang="en-US" sz="2400" dirty="0"/>
              <a:t> e </a:t>
            </a:r>
            <a:r>
              <a:rPr lang="en-US" sz="2400" dirty="0" err="1"/>
              <a:t>consequentemente</a:t>
            </a:r>
            <a:r>
              <a:rPr lang="en-US" sz="2400" dirty="0"/>
              <a:t> </a:t>
            </a:r>
            <a:r>
              <a:rPr lang="en-US" sz="2400" dirty="0" err="1"/>
              <a:t>endereço</a:t>
            </a: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Porcessadores</a:t>
            </a:r>
            <a:r>
              <a:rPr lang="en-US" sz="2400" dirty="0"/>
              <a:t> </a:t>
            </a:r>
            <a:r>
              <a:rPr lang="en-US" sz="2400" dirty="0" err="1"/>
              <a:t>tem</a:t>
            </a:r>
            <a:r>
              <a:rPr lang="en-US" sz="2400" dirty="0"/>
              <a:t> </a:t>
            </a:r>
            <a:r>
              <a:rPr lang="en-US" sz="2400" dirty="0" err="1"/>
              <a:t>capacidade</a:t>
            </a:r>
            <a:r>
              <a:rPr lang="en-US" sz="2400" dirty="0"/>
              <a:t> </a:t>
            </a:r>
            <a:r>
              <a:rPr lang="en-US" sz="2400" dirty="0" err="1"/>
              <a:t>limitada</a:t>
            </a:r>
            <a:r>
              <a:rPr lang="en-US" sz="2400" dirty="0"/>
              <a:t> </a:t>
            </a:r>
            <a:r>
              <a:rPr lang="en-US" sz="2400" dirty="0" err="1"/>
              <a:t>ou</a:t>
            </a:r>
            <a:r>
              <a:rPr lang="en-US" sz="2400" dirty="0"/>
              <a:t> </a:t>
            </a:r>
            <a:r>
              <a:rPr lang="en-US" sz="2400" dirty="0" err="1"/>
              <a:t>nenhuma</a:t>
            </a:r>
            <a:r>
              <a:rPr lang="en-US" sz="2400" dirty="0"/>
              <a:t> de </a:t>
            </a:r>
            <a:r>
              <a:rPr lang="en-US" sz="2400" dirty="0" err="1"/>
              <a:t>armazenar</a:t>
            </a:r>
            <a:r>
              <a:rPr lang="en-US" sz="2400" dirty="0"/>
              <a:t> </a:t>
            </a:r>
            <a:r>
              <a:rPr lang="en-US" sz="2400" dirty="0" err="1"/>
              <a:t>informações</a:t>
            </a: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Princípio</a:t>
            </a:r>
            <a:r>
              <a:rPr lang="en-US" sz="2400" dirty="0"/>
              <a:t> de </a:t>
            </a:r>
            <a:r>
              <a:rPr lang="en-US" sz="2400" dirty="0" err="1"/>
              <a:t>funcinamento</a:t>
            </a:r>
            <a:r>
              <a:rPr lang="en-US" sz="2400" dirty="0"/>
              <a:t> </a:t>
            </a:r>
            <a:r>
              <a:rPr lang="en-US" sz="2400" dirty="0" err="1"/>
              <a:t>semelhante</a:t>
            </a:r>
            <a:r>
              <a:rPr lang="en-US" sz="2400" dirty="0"/>
              <a:t> a </a:t>
            </a:r>
            <a:r>
              <a:rPr lang="en-US" sz="2400" dirty="0" err="1"/>
              <a:t>matrizes</a:t>
            </a:r>
            <a:r>
              <a:rPr lang="en-US" sz="2400" dirty="0"/>
              <a:t> (</a:t>
            </a:r>
            <a:r>
              <a:rPr lang="en-US" sz="2400" dirty="0" err="1"/>
              <a:t>i,j</a:t>
            </a:r>
            <a:r>
              <a:rPr lang="en-US" sz="2400" dirty="0"/>
              <a:t>)</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Cada </a:t>
            </a:r>
            <a:r>
              <a:rPr lang="en-US" sz="2400" dirty="0" err="1"/>
              <a:t>posição</a:t>
            </a:r>
            <a:r>
              <a:rPr lang="en-US" sz="2400" dirty="0"/>
              <a:t> é um local </a:t>
            </a:r>
            <a:r>
              <a:rPr lang="en-US" sz="2400" dirty="0" err="1"/>
              <a:t>endereçável</a:t>
            </a:r>
            <a:r>
              <a:rPr lang="en-US" sz="2400" dirty="0"/>
              <a:t> com </a:t>
            </a:r>
            <a:r>
              <a:rPr lang="en-US" sz="2400" dirty="0" err="1"/>
              <a:t>uma</a:t>
            </a:r>
            <a:r>
              <a:rPr lang="en-US" sz="2400" dirty="0"/>
              <a:t> </a:t>
            </a:r>
            <a:r>
              <a:rPr lang="en-US" sz="2400" dirty="0" err="1"/>
              <a:t>capacidade</a:t>
            </a:r>
            <a:r>
              <a:rPr lang="en-US" sz="2400" dirty="0"/>
              <a:t> </a:t>
            </a:r>
            <a:r>
              <a:rPr lang="en-US" sz="2400" dirty="0" err="1"/>
              <a:t>em</a:t>
            </a:r>
            <a:r>
              <a:rPr lang="en-US" sz="2400" dirty="0"/>
              <a:t> bits</a:t>
            </a:r>
          </a:p>
        </p:txBody>
      </p:sp>
    </p:spTree>
    <p:extLst>
      <p:ext uri="{BB962C8B-B14F-4D97-AF65-F5344CB8AC3E}">
        <p14:creationId xmlns:p14="http://schemas.microsoft.com/office/powerpoint/2010/main" val="3768150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356BBDF9-743D-E36C-5900-92B212D6422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8DCA81-5090-BE07-4232-A9C807A315BD}"/>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3" name="CaixaDeTexto 2">
            <a:extLst>
              <a:ext uri="{FF2B5EF4-FFF2-40B4-BE49-F238E27FC236}">
                <a16:creationId xmlns:a16="http://schemas.microsoft.com/office/drawing/2014/main" id="{70F0FE4B-19E5-0555-7F93-AB11756C49EE}"/>
              </a:ext>
            </a:extLst>
          </p:cNvPr>
          <p:cNvSpPr txBox="1"/>
          <p:nvPr/>
        </p:nvSpPr>
        <p:spPr>
          <a:xfrm>
            <a:off x="839416" y="1556792"/>
            <a:ext cx="1719894" cy="369332"/>
          </a:xfrm>
          <a:prstGeom prst="rect">
            <a:avLst/>
          </a:prstGeom>
          <a:noFill/>
        </p:spPr>
        <p:txBody>
          <a:bodyPr wrap="none" rtlCol="0">
            <a:spAutoFit/>
          </a:bodyPr>
          <a:lstStyle/>
          <a:p>
            <a:r>
              <a:rPr lang="en-US" dirty="0"/>
              <a:t>Bit – binary digit</a:t>
            </a:r>
          </a:p>
        </p:txBody>
      </p:sp>
      <p:pic>
        <p:nvPicPr>
          <p:cNvPr id="4" name="Imagem 3">
            <a:extLst>
              <a:ext uri="{FF2B5EF4-FFF2-40B4-BE49-F238E27FC236}">
                <a16:creationId xmlns:a16="http://schemas.microsoft.com/office/drawing/2014/main" id="{1D82A3FC-6F53-FB11-05AD-381303C5D8CF}"/>
              </a:ext>
            </a:extLst>
          </p:cNvPr>
          <p:cNvPicPr>
            <a:picLocks noChangeAspect="1"/>
          </p:cNvPicPr>
          <p:nvPr/>
        </p:nvPicPr>
        <p:blipFill>
          <a:blip r:embed="rId4"/>
          <a:stretch>
            <a:fillRect/>
          </a:stretch>
        </p:blipFill>
        <p:spPr>
          <a:xfrm>
            <a:off x="839416" y="1926124"/>
            <a:ext cx="3744416" cy="2335716"/>
          </a:xfrm>
          <a:prstGeom prst="rect">
            <a:avLst/>
          </a:prstGeom>
        </p:spPr>
      </p:pic>
      <p:pic>
        <p:nvPicPr>
          <p:cNvPr id="6" name="Imagem 5">
            <a:extLst>
              <a:ext uri="{FF2B5EF4-FFF2-40B4-BE49-F238E27FC236}">
                <a16:creationId xmlns:a16="http://schemas.microsoft.com/office/drawing/2014/main" id="{BA9CF252-C63A-F011-7642-A5E0B6457E87}"/>
              </a:ext>
            </a:extLst>
          </p:cNvPr>
          <p:cNvPicPr>
            <a:picLocks noChangeAspect="1"/>
          </p:cNvPicPr>
          <p:nvPr/>
        </p:nvPicPr>
        <p:blipFill>
          <a:blip r:embed="rId5"/>
          <a:stretch>
            <a:fillRect/>
          </a:stretch>
        </p:blipFill>
        <p:spPr>
          <a:xfrm>
            <a:off x="5231904" y="1841569"/>
            <a:ext cx="5483091" cy="2420271"/>
          </a:xfrm>
          <a:prstGeom prst="rect">
            <a:avLst/>
          </a:prstGeom>
        </p:spPr>
      </p:pic>
      <p:sp>
        <p:nvSpPr>
          <p:cNvPr id="10" name="CaixaDeTexto 9">
            <a:extLst>
              <a:ext uri="{FF2B5EF4-FFF2-40B4-BE49-F238E27FC236}">
                <a16:creationId xmlns:a16="http://schemas.microsoft.com/office/drawing/2014/main" id="{DAB89436-8A51-1F36-29A0-F7F3E43E2104}"/>
              </a:ext>
            </a:extLst>
          </p:cNvPr>
          <p:cNvSpPr txBox="1"/>
          <p:nvPr/>
        </p:nvSpPr>
        <p:spPr>
          <a:xfrm>
            <a:off x="911424" y="4640922"/>
            <a:ext cx="10153128" cy="369332"/>
          </a:xfrm>
          <a:prstGeom prst="rect">
            <a:avLst/>
          </a:prstGeom>
          <a:noFill/>
        </p:spPr>
        <p:txBody>
          <a:bodyPr wrap="square">
            <a:spAutoFit/>
          </a:bodyPr>
          <a:lstStyle/>
          <a:p>
            <a:r>
              <a:rPr lang="en-US" dirty="0"/>
              <a:t>Fonte: https://www.highresolution.tv/2024/06/04/the-difference-between-bits-and-bytes-explained/</a:t>
            </a:r>
          </a:p>
        </p:txBody>
      </p:sp>
    </p:spTree>
    <p:extLst>
      <p:ext uri="{BB962C8B-B14F-4D97-AF65-F5344CB8AC3E}">
        <p14:creationId xmlns:p14="http://schemas.microsoft.com/office/powerpoint/2010/main" val="2226021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B15DC0C-F6C5-442B-860D-8D6AD2E707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C81F103-6159-72FF-94A8-4AB61CE87D9A}"/>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02F3FD1B-E79E-E2C5-DA27-E2717DC34027}"/>
              </a:ext>
            </a:extLst>
          </p:cNvPr>
          <p:cNvSpPr>
            <a:spLocks noGrp="1"/>
          </p:cNvSpPr>
          <p:nvPr>
            <p:ph idx="1"/>
          </p:nvPr>
        </p:nvSpPr>
        <p:spPr/>
        <p:txBody>
          <a:bodyPr/>
          <a:lstStyle/>
          <a:p>
            <a:r>
              <a:rPr lang="en-US" dirty="0" err="1"/>
              <a:t>Volátil</a:t>
            </a:r>
            <a:r>
              <a:rPr lang="en-US" dirty="0"/>
              <a:t> – </a:t>
            </a:r>
            <a:r>
              <a:rPr lang="en-US" dirty="0" err="1"/>
              <a:t>conteúdo</a:t>
            </a:r>
            <a:r>
              <a:rPr lang="en-US" dirty="0"/>
              <a:t> se </a:t>
            </a:r>
            <a:r>
              <a:rPr lang="en-US" dirty="0" err="1"/>
              <a:t>perde</a:t>
            </a:r>
            <a:r>
              <a:rPr lang="en-US" dirty="0"/>
              <a:t> </a:t>
            </a:r>
            <a:r>
              <a:rPr lang="en-US" dirty="0" err="1"/>
              <a:t>sem</a:t>
            </a:r>
            <a:r>
              <a:rPr lang="en-US" dirty="0"/>
              <a:t> </a:t>
            </a:r>
            <a:r>
              <a:rPr lang="en-US" dirty="0" err="1"/>
              <a:t>energia</a:t>
            </a:r>
            <a:endParaRPr lang="en-US" dirty="0"/>
          </a:p>
          <a:p>
            <a:r>
              <a:rPr lang="en-US" dirty="0" err="1"/>
              <a:t>Não</a:t>
            </a:r>
            <a:r>
              <a:rPr lang="en-US" dirty="0"/>
              <a:t> </a:t>
            </a:r>
            <a:r>
              <a:rPr lang="en-US" dirty="0" err="1"/>
              <a:t>volátil</a:t>
            </a:r>
            <a:r>
              <a:rPr lang="en-US" dirty="0"/>
              <a:t> – </a:t>
            </a:r>
            <a:r>
              <a:rPr lang="en-US" dirty="0" err="1"/>
              <a:t>memoriza</a:t>
            </a:r>
            <a:r>
              <a:rPr lang="en-US" dirty="0"/>
              <a:t> </a:t>
            </a:r>
            <a:r>
              <a:rPr lang="en-US" dirty="0" err="1"/>
              <a:t>mesmo</a:t>
            </a:r>
            <a:r>
              <a:rPr lang="en-US" dirty="0"/>
              <a:t> </a:t>
            </a:r>
            <a:r>
              <a:rPr lang="en-US" dirty="0" err="1"/>
              <a:t>sem</a:t>
            </a:r>
            <a:r>
              <a:rPr lang="en-US" dirty="0"/>
              <a:t> </a:t>
            </a:r>
            <a:r>
              <a:rPr lang="en-US" dirty="0" err="1"/>
              <a:t>energia</a:t>
            </a:r>
            <a:endParaRPr lang="en-US" dirty="0"/>
          </a:p>
          <a:p>
            <a:r>
              <a:rPr lang="en-US" dirty="0"/>
              <a:t>RAM (Random Access Memory)</a:t>
            </a:r>
          </a:p>
          <a:p>
            <a:r>
              <a:rPr lang="en-US" dirty="0"/>
              <a:t>ROM (Read Only Memory)</a:t>
            </a:r>
          </a:p>
          <a:p>
            <a:r>
              <a:rPr lang="en-US" dirty="0"/>
              <a:t>PROM (Programmable ROM)</a:t>
            </a:r>
          </a:p>
          <a:p>
            <a:r>
              <a:rPr lang="en-US" dirty="0"/>
              <a:t>EEPROM (Electrically Erasable PROM): Flash, SSD, </a:t>
            </a:r>
            <a:r>
              <a:rPr lang="en-US" dirty="0" err="1"/>
              <a:t>pendrive</a:t>
            </a:r>
            <a:endParaRPr lang="en-US" dirty="0"/>
          </a:p>
          <a:p>
            <a:r>
              <a:rPr lang="en-US" dirty="0" err="1"/>
              <a:t>Memórias</a:t>
            </a:r>
            <a:r>
              <a:rPr lang="en-US" dirty="0"/>
              <a:t> </a:t>
            </a:r>
            <a:r>
              <a:rPr lang="en-US" dirty="0" err="1"/>
              <a:t>voláteis</a:t>
            </a:r>
            <a:r>
              <a:rPr lang="en-US" dirty="0"/>
              <a:t> </a:t>
            </a:r>
            <a:r>
              <a:rPr lang="en-US" dirty="0" err="1"/>
              <a:t>são</a:t>
            </a:r>
            <a:r>
              <a:rPr lang="en-US" dirty="0"/>
              <a:t> </a:t>
            </a:r>
            <a:r>
              <a:rPr lang="en-US" dirty="0" err="1"/>
              <a:t>mais</a:t>
            </a:r>
            <a:r>
              <a:rPr lang="en-US" dirty="0"/>
              <a:t> </a:t>
            </a:r>
            <a:r>
              <a:rPr lang="en-US" dirty="0" err="1"/>
              <a:t>rápidas</a:t>
            </a:r>
            <a:endParaRPr lang="en-US" dirty="0"/>
          </a:p>
        </p:txBody>
      </p:sp>
    </p:spTree>
    <p:extLst>
      <p:ext uri="{BB962C8B-B14F-4D97-AF65-F5344CB8AC3E}">
        <p14:creationId xmlns:p14="http://schemas.microsoft.com/office/powerpoint/2010/main" val="28089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7BFBAE7-C975-F06F-F233-CB8F040643C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4C47822-9884-F69F-532F-27158A2979E9}"/>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90DC4718-81D0-C8B4-A71D-D68401129429}"/>
              </a:ext>
            </a:extLst>
          </p:cNvPr>
          <p:cNvSpPr>
            <a:spLocks noGrp="1"/>
          </p:cNvSpPr>
          <p:nvPr>
            <p:ph idx="1"/>
          </p:nvPr>
        </p:nvSpPr>
        <p:spPr/>
        <p:txBody>
          <a:bodyPr/>
          <a:lstStyle/>
          <a:p>
            <a:r>
              <a:rPr lang="en-US" dirty="0"/>
              <a:t>Quanto </a:t>
            </a:r>
            <a:r>
              <a:rPr lang="en-US" dirty="0" err="1"/>
              <a:t>mais</a:t>
            </a:r>
            <a:r>
              <a:rPr lang="en-US" dirty="0"/>
              <a:t> </a:t>
            </a:r>
            <a:r>
              <a:rPr lang="en-US" dirty="0" err="1"/>
              <a:t>rápida</a:t>
            </a:r>
            <a:r>
              <a:rPr lang="en-US" dirty="0"/>
              <a:t>, </a:t>
            </a:r>
            <a:r>
              <a:rPr lang="en-US" dirty="0" err="1"/>
              <a:t>mais</a:t>
            </a:r>
            <a:r>
              <a:rPr lang="en-US" dirty="0"/>
              <a:t> </a:t>
            </a:r>
            <a:r>
              <a:rPr lang="en-US" dirty="0" err="1"/>
              <a:t>cara</a:t>
            </a:r>
            <a:endParaRPr lang="en-US" dirty="0"/>
          </a:p>
        </p:txBody>
      </p:sp>
      <p:pic>
        <p:nvPicPr>
          <p:cNvPr id="3" name="Imagem 2" descr="Representação do custo X velocidade das memórias.">
            <a:extLst>
              <a:ext uri="{FF2B5EF4-FFF2-40B4-BE49-F238E27FC236}">
                <a16:creationId xmlns:a16="http://schemas.microsoft.com/office/drawing/2014/main" id="{DCAE24F3-5BD4-3F97-488C-C1D01490301A}"/>
              </a:ext>
            </a:extLst>
          </p:cNvPr>
          <p:cNvPicPr>
            <a:picLocks noChangeAspect="1"/>
          </p:cNvPicPr>
          <p:nvPr/>
        </p:nvPicPr>
        <p:blipFill>
          <a:blip r:embed="rId4"/>
          <a:stretch>
            <a:fillRect/>
          </a:stretch>
        </p:blipFill>
        <p:spPr>
          <a:xfrm>
            <a:off x="2457905" y="2433917"/>
            <a:ext cx="7276190" cy="3669841"/>
          </a:xfrm>
          <a:prstGeom prst="rect">
            <a:avLst/>
          </a:prstGeom>
        </p:spPr>
      </p:pic>
      <p:sp>
        <p:nvSpPr>
          <p:cNvPr id="4" name="CaixaDeTexto 3">
            <a:extLst>
              <a:ext uri="{FF2B5EF4-FFF2-40B4-BE49-F238E27FC236}">
                <a16:creationId xmlns:a16="http://schemas.microsoft.com/office/drawing/2014/main" id="{CF015ECA-606E-E26A-F28B-6E0C12F2BBE5}"/>
              </a:ext>
            </a:extLst>
          </p:cNvPr>
          <p:cNvSpPr txBox="1"/>
          <p:nvPr/>
        </p:nvSpPr>
        <p:spPr>
          <a:xfrm>
            <a:off x="3359696" y="6073212"/>
            <a:ext cx="5123262" cy="307777"/>
          </a:xfrm>
          <a:prstGeom prst="rect">
            <a:avLst/>
          </a:prstGeom>
          <a:noFill/>
        </p:spPr>
        <p:txBody>
          <a:bodyPr wrap="none" rtlCol="0">
            <a:spAutoFit/>
          </a:bodyPr>
          <a:lstStyle/>
          <a:p>
            <a:r>
              <a:rPr lang="en-US" sz="1400" dirty="0"/>
              <a:t>Fonte: https://materialpublic.imd.ufrn.br/curso/disciplina/4/14/3/6</a:t>
            </a:r>
          </a:p>
        </p:txBody>
      </p:sp>
    </p:spTree>
    <p:extLst>
      <p:ext uri="{BB962C8B-B14F-4D97-AF65-F5344CB8AC3E}">
        <p14:creationId xmlns:p14="http://schemas.microsoft.com/office/powerpoint/2010/main" val="21260673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36EF80-EC49-5891-52AE-0C966C914A6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15BEE70-E9B1-6CF4-393A-E8C2440E43AE}"/>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4" name="CaixaDeTexto 3">
            <a:extLst>
              <a:ext uri="{FF2B5EF4-FFF2-40B4-BE49-F238E27FC236}">
                <a16:creationId xmlns:a16="http://schemas.microsoft.com/office/drawing/2014/main" id="{8985BAC4-C1D1-0240-2ED8-80F0E51821EE}"/>
              </a:ext>
            </a:extLst>
          </p:cNvPr>
          <p:cNvSpPr txBox="1"/>
          <p:nvPr/>
        </p:nvSpPr>
        <p:spPr>
          <a:xfrm>
            <a:off x="3359696" y="6515893"/>
            <a:ext cx="5123262" cy="307777"/>
          </a:xfrm>
          <a:prstGeom prst="rect">
            <a:avLst/>
          </a:prstGeom>
          <a:noFill/>
        </p:spPr>
        <p:txBody>
          <a:bodyPr wrap="none" rtlCol="0">
            <a:spAutoFit/>
          </a:bodyPr>
          <a:lstStyle/>
          <a:p>
            <a:r>
              <a:rPr lang="en-US" sz="1400" dirty="0"/>
              <a:t>Fonte: https://materialpublic.imd.ufrn.br/curso/disciplina/4/14/3/6</a:t>
            </a:r>
          </a:p>
        </p:txBody>
      </p:sp>
      <p:pic>
        <p:nvPicPr>
          <p:cNvPr id="9218" name="Picture 2">
            <a:extLst>
              <a:ext uri="{FF2B5EF4-FFF2-40B4-BE49-F238E27FC236}">
                <a16:creationId xmlns:a16="http://schemas.microsoft.com/office/drawing/2014/main" id="{75359902-7892-729C-97E8-83F3B4F8E1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7941" y="1403524"/>
            <a:ext cx="4036118" cy="5098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6321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111AFD-FD02-3472-80D5-EA90227E17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032AC5-C30E-068E-AA3C-B93C27A132C5}"/>
              </a:ext>
            </a:extLst>
          </p:cNvPr>
          <p:cNvSpPr>
            <a:spLocks noGrp="1"/>
          </p:cNvSpPr>
          <p:nvPr>
            <p:ph type="title"/>
          </p:nvPr>
        </p:nvSpPr>
        <p:spPr/>
        <p:txBody>
          <a:bodyPr/>
          <a:lstStyle/>
          <a:p>
            <a:r>
              <a:rPr lang="pt-BR" dirty="0">
                <a:solidFill>
                  <a:srgbClr val="1B2874"/>
                </a:solidFill>
              </a:rPr>
              <a:t>Computadores - Memória</a:t>
            </a:r>
            <a:endParaRPr lang="en-BE" dirty="0">
              <a:solidFill>
                <a:srgbClr val="1B2874"/>
              </a:solidFill>
            </a:endParaRPr>
          </a:p>
        </p:txBody>
      </p:sp>
      <p:sp>
        <p:nvSpPr>
          <p:cNvPr id="4" name="CaixaDeTexto 3">
            <a:extLst>
              <a:ext uri="{FF2B5EF4-FFF2-40B4-BE49-F238E27FC236}">
                <a16:creationId xmlns:a16="http://schemas.microsoft.com/office/drawing/2014/main" id="{6BB53979-C521-3701-DAC9-AC94269D5776}"/>
              </a:ext>
            </a:extLst>
          </p:cNvPr>
          <p:cNvSpPr txBox="1"/>
          <p:nvPr/>
        </p:nvSpPr>
        <p:spPr>
          <a:xfrm>
            <a:off x="609600" y="6583362"/>
            <a:ext cx="4714367" cy="307777"/>
          </a:xfrm>
          <a:prstGeom prst="rect">
            <a:avLst/>
          </a:prstGeom>
          <a:noFill/>
        </p:spPr>
        <p:txBody>
          <a:bodyPr wrap="none" rtlCol="0">
            <a:spAutoFit/>
          </a:bodyPr>
          <a:lstStyle/>
          <a:p>
            <a:r>
              <a:rPr lang="en-US" sz="1400" dirty="0"/>
              <a:t>Fonte: https://blog.razor.com.br/alta-exigencia/ram-ddr-gddr/</a:t>
            </a:r>
          </a:p>
        </p:txBody>
      </p:sp>
      <p:pic>
        <p:nvPicPr>
          <p:cNvPr id="8" name="Imagem 7">
            <a:extLst>
              <a:ext uri="{FF2B5EF4-FFF2-40B4-BE49-F238E27FC236}">
                <a16:creationId xmlns:a16="http://schemas.microsoft.com/office/drawing/2014/main" id="{84F1B4E2-E092-C3A7-5362-B92F14B5B78A}"/>
              </a:ext>
            </a:extLst>
          </p:cNvPr>
          <p:cNvPicPr>
            <a:picLocks noChangeAspect="1"/>
          </p:cNvPicPr>
          <p:nvPr/>
        </p:nvPicPr>
        <p:blipFill>
          <a:blip r:embed="rId4"/>
          <a:stretch>
            <a:fillRect/>
          </a:stretch>
        </p:blipFill>
        <p:spPr>
          <a:xfrm>
            <a:off x="335360" y="1417638"/>
            <a:ext cx="6618025" cy="5147353"/>
          </a:xfrm>
          <a:prstGeom prst="rect">
            <a:avLst/>
          </a:prstGeom>
        </p:spPr>
      </p:pic>
      <p:pic>
        <p:nvPicPr>
          <p:cNvPr id="9" name="Imagem 8">
            <a:extLst>
              <a:ext uri="{FF2B5EF4-FFF2-40B4-BE49-F238E27FC236}">
                <a16:creationId xmlns:a16="http://schemas.microsoft.com/office/drawing/2014/main" id="{6C06A51D-5A18-8A7A-0E5D-89285ED30F57}"/>
              </a:ext>
            </a:extLst>
          </p:cNvPr>
          <p:cNvPicPr>
            <a:picLocks noChangeAspect="1"/>
          </p:cNvPicPr>
          <p:nvPr/>
        </p:nvPicPr>
        <p:blipFill>
          <a:blip r:embed="rId5"/>
          <a:stretch>
            <a:fillRect/>
          </a:stretch>
        </p:blipFill>
        <p:spPr>
          <a:xfrm>
            <a:off x="6902884" y="1700808"/>
            <a:ext cx="4920440" cy="3637611"/>
          </a:xfrm>
          <a:prstGeom prst="rect">
            <a:avLst/>
          </a:prstGeom>
        </p:spPr>
      </p:pic>
    </p:spTree>
    <p:extLst>
      <p:ext uri="{BB962C8B-B14F-4D97-AF65-F5344CB8AC3E}">
        <p14:creationId xmlns:p14="http://schemas.microsoft.com/office/powerpoint/2010/main" val="24199988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86A032DF-8484-8AAB-6C87-810FDB28E8E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279158E-87A6-8185-1D06-7C3C4597AB52}"/>
              </a:ext>
            </a:extLst>
          </p:cNvPr>
          <p:cNvSpPr>
            <a:spLocks noGrp="1"/>
          </p:cNvSpPr>
          <p:nvPr>
            <p:ph type="title"/>
          </p:nvPr>
        </p:nvSpPr>
        <p:spPr/>
        <p:txBody>
          <a:bodyPr/>
          <a:lstStyle/>
          <a:p>
            <a:r>
              <a:rPr lang="pt-BR" dirty="0">
                <a:solidFill>
                  <a:srgbClr val="1B2874"/>
                </a:solidFill>
              </a:rPr>
              <a:t>Computadores - Periféricos</a:t>
            </a:r>
            <a:endParaRPr lang="en-BE" dirty="0">
              <a:solidFill>
                <a:srgbClr val="1B2874"/>
              </a:solidFill>
            </a:endParaRPr>
          </a:p>
        </p:txBody>
      </p:sp>
      <p:sp>
        <p:nvSpPr>
          <p:cNvPr id="7" name="Espaço Reservado para Conteúdo 6">
            <a:extLst>
              <a:ext uri="{FF2B5EF4-FFF2-40B4-BE49-F238E27FC236}">
                <a16:creationId xmlns:a16="http://schemas.microsoft.com/office/drawing/2014/main" id="{37012B80-ED72-996E-7B59-3A5550704919}"/>
              </a:ext>
            </a:extLst>
          </p:cNvPr>
          <p:cNvSpPr>
            <a:spLocks noGrp="1"/>
          </p:cNvSpPr>
          <p:nvPr>
            <p:ph idx="1"/>
          </p:nvPr>
        </p:nvSpPr>
        <p:spPr/>
        <p:txBody>
          <a:bodyPr/>
          <a:lstStyle/>
          <a:p>
            <a:r>
              <a:rPr lang="pt-BR" dirty="0"/>
              <a:t>Possibilitam a interação de humanos com máquinas e de máquinas com outras máquinas</a:t>
            </a:r>
          </a:p>
          <a:p>
            <a:r>
              <a:rPr lang="pt-BR" dirty="0"/>
              <a:t>São classificados quanto ao tipo como de </a:t>
            </a:r>
            <a:r>
              <a:rPr lang="pt-BR" b="1" dirty="0"/>
              <a:t>entrada, saída</a:t>
            </a:r>
            <a:r>
              <a:rPr lang="pt-BR" dirty="0"/>
              <a:t> ou </a:t>
            </a:r>
            <a:r>
              <a:rPr lang="pt-BR" b="1" dirty="0"/>
              <a:t>entrada e saída (E/S)</a:t>
            </a:r>
            <a:endParaRPr lang="en-US" dirty="0"/>
          </a:p>
        </p:txBody>
      </p:sp>
    </p:spTree>
    <p:extLst>
      <p:ext uri="{BB962C8B-B14F-4D97-AF65-F5344CB8AC3E}">
        <p14:creationId xmlns:p14="http://schemas.microsoft.com/office/powerpoint/2010/main" val="34701356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0636FF4-4D0B-C3F2-0832-EF888F9287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5996324-2FB5-E05C-38B9-74C6AED79B85}"/>
              </a:ext>
            </a:extLst>
          </p:cNvPr>
          <p:cNvSpPr>
            <a:spLocks noGrp="1"/>
          </p:cNvSpPr>
          <p:nvPr>
            <p:ph type="title"/>
          </p:nvPr>
        </p:nvSpPr>
        <p:spPr/>
        <p:txBody>
          <a:bodyPr/>
          <a:lstStyle/>
          <a:p>
            <a:r>
              <a:rPr lang="pt-BR" dirty="0">
                <a:solidFill>
                  <a:srgbClr val="1B2874"/>
                </a:solidFill>
              </a:rPr>
              <a:t>Computadores – Periféricos Entrada</a:t>
            </a:r>
            <a:endParaRPr lang="en-BE" dirty="0">
              <a:solidFill>
                <a:srgbClr val="1B2874"/>
              </a:solidFill>
            </a:endParaRPr>
          </a:p>
        </p:txBody>
      </p:sp>
      <p:pic>
        <p:nvPicPr>
          <p:cNvPr id="4" name="Imagem 3" descr="Mouse.">
            <a:extLst>
              <a:ext uri="{FF2B5EF4-FFF2-40B4-BE49-F238E27FC236}">
                <a16:creationId xmlns:a16="http://schemas.microsoft.com/office/drawing/2014/main" id="{DE1A87E0-9B85-F755-8282-5923EDF045C2}"/>
              </a:ext>
            </a:extLst>
          </p:cNvPr>
          <p:cNvPicPr>
            <a:picLocks noChangeAspect="1"/>
          </p:cNvPicPr>
          <p:nvPr/>
        </p:nvPicPr>
        <p:blipFill>
          <a:blip r:embed="rId4"/>
          <a:stretch>
            <a:fillRect/>
          </a:stretch>
        </p:blipFill>
        <p:spPr>
          <a:xfrm>
            <a:off x="1641087" y="1862388"/>
            <a:ext cx="3279743" cy="2664791"/>
          </a:xfrm>
          <a:prstGeom prst="rect">
            <a:avLst/>
          </a:prstGeom>
        </p:spPr>
      </p:pic>
      <p:pic>
        <p:nvPicPr>
          <p:cNvPr id="6" name="Imagem 5" descr="Teclado.">
            <a:extLst>
              <a:ext uri="{FF2B5EF4-FFF2-40B4-BE49-F238E27FC236}">
                <a16:creationId xmlns:a16="http://schemas.microsoft.com/office/drawing/2014/main" id="{FF7A61D3-B39B-6047-C026-C53F9F91328B}"/>
              </a:ext>
            </a:extLst>
          </p:cNvPr>
          <p:cNvPicPr>
            <a:picLocks noChangeAspect="1"/>
          </p:cNvPicPr>
          <p:nvPr/>
        </p:nvPicPr>
        <p:blipFill>
          <a:blip r:embed="rId5"/>
          <a:stretch>
            <a:fillRect/>
          </a:stretch>
        </p:blipFill>
        <p:spPr>
          <a:xfrm>
            <a:off x="6086417" y="1865257"/>
            <a:ext cx="4464496" cy="2232248"/>
          </a:xfrm>
          <a:prstGeom prst="rect">
            <a:avLst/>
          </a:prstGeom>
        </p:spPr>
      </p:pic>
      <p:pic>
        <p:nvPicPr>
          <p:cNvPr id="8" name="Imagem 7" descr="Microfone para computador.">
            <a:extLst>
              <a:ext uri="{FF2B5EF4-FFF2-40B4-BE49-F238E27FC236}">
                <a16:creationId xmlns:a16="http://schemas.microsoft.com/office/drawing/2014/main" id="{8AD1EC7B-C24C-3369-D006-544DABE2A5AE}"/>
              </a:ext>
            </a:extLst>
          </p:cNvPr>
          <p:cNvPicPr>
            <a:picLocks noChangeAspect="1"/>
          </p:cNvPicPr>
          <p:nvPr/>
        </p:nvPicPr>
        <p:blipFill>
          <a:blip r:embed="rId6"/>
          <a:stretch>
            <a:fillRect/>
          </a:stretch>
        </p:blipFill>
        <p:spPr>
          <a:xfrm>
            <a:off x="5447928" y="4545124"/>
            <a:ext cx="1931034" cy="1885977"/>
          </a:xfrm>
          <a:prstGeom prst="rect">
            <a:avLst/>
          </a:prstGeom>
        </p:spPr>
      </p:pic>
    </p:spTree>
    <p:extLst>
      <p:ext uri="{BB962C8B-B14F-4D97-AF65-F5344CB8AC3E}">
        <p14:creationId xmlns:p14="http://schemas.microsoft.com/office/powerpoint/2010/main" val="8742697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D9F91B-627E-E2BF-B393-DEC039561A6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75EA31E-E20D-7931-038D-F36CF4C04A5C}"/>
              </a:ext>
            </a:extLst>
          </p:cNvPr>
          <p:cNvSpPr>
            <a:spLocks noGrp="1"/>
          </p:cNvSpPr>
          <p:nvPr>
            <p:ph type="title"/>
          </p:nvPr>
        </p:nvSpPr>
        <p:spPr/>
        <p:txBody>
          <a:bodyPr/>
          <a:lstStyle/>
          <a:p>
            <a:r>
              <a:rPr lang="pt-BR" dirty="0">
                <a:solidFill>
                  <a:srgbClr val="1B2874"/>
                </a:solidFill>
              </a:rPr>
              <a:t>Computadores – Periféricos Saída</a:t>
            </a:r>
            <a:endParaRPr lang="en-BE" dirty="0">
              <a:solidFill>
                <a:srgbClr val="1B2874"/>
              </a:solidFill>
            </a:endParaRPr>
          </a:p>
        </p:txBody>
      </p:sp>
      <p:pic>
        <p:nvPicPr>
          <p:cNvPr id="2" name="Imagem 1" descr="Monitor.">
            <a:extLst>
              <a:ext uri="{FF2B5EF4-FFF2-40B4-BE49-F238E27FC236}">
                <a16:creationId xmlns:a16="http://schemas.microsoft.com/office/drawing/2014/main" id="{F0450911-687E-05FE-F5EE-EF4F4C107064}"/>
              </a:ext>
            </a:extLst>
          </p:cNvPr>
          <p:cNvPicPr>
            <a:picLocks noChangeAspect="1"/>
          </p:cNvPicPr>
          <p:nvPr/>
        </p:nvPicPr>
        <p:blipFill>
          <a:blip r:embed="rId4"/>
          <a:stretch>
            <a:fillRect/>
          </a:stretch>
        </p:blipFill>
        <p:spPr>
          <a:xfrm>
            <a:off x="335360" y="1628800"/>
            <a:ext cx="3333750" cy="3228975"/>
          </a:xfrm>
          <a:prstGeom prst="rect">
            <a:avLst/>
          </a:prstGeom>
        </p:spPr>
      </p:pic>
      <p:pic>
        <p:nvPicPr>
          <p:cNvPr id="3" name="Imagem 2" descr="Impressora.">
            <a:extLst>
              <a:ext uri="{FF2B5EF4-FFF2-40B4-BE49-F238E27FC236}">
                <a16:creationId xmlns:a16="http://schemas.microsoft.com/office/drawing/2014/main" id="{1791380E-FF55-7194-AC78-D7333AAB1875}"/>
              </a:ext>
            </a:extLst>
          </p:cNvPr>
          <p:cNvPicPr>
            <a:picLocks noChangeAspect="1"/>
          </p:cNvPicPr>
          <p:nvPr/>
        </p:nvPicPr>
        <p:blipFill>
          <a:blip r:embed="rId5"/>
          <a:stretch>
            <a:fillRect/>
          </a:stretch>
        </p:blipFill>
        <p:spPr>
          <a:xfrm>
            <a:off x="3952875" y="1647825"/>
            <a:ext cx="4286250" cy="3562350"/>
          </a:xfrm>
          <a:prstGeom prst="rect">
            <a:avLst/>
          </a:prstGeom>
        </p:spPr>
      </p:pic>
      <p:pic>
        <p:nvPicPr>
          <p:cNvPr id="7" name="Imagem 6" descr="Caixas de som para computador.">
            <a:extLst>
              <a:ext uri="{FF2B5EF4-FFF2-40B4-BE49-F238E27FC236}">
                <a16:creationId xmlns:a16="http://schemas.microsoft.com/office/drawing/2014/main" id="{A3E44CC0-9F8C-BE73-79F3-F6CB17A822C7}"/>
              </a:ext>
            </a:extLst>
          </p:cNvPr>
          <p:cNvPicPr>
            <a:picLocks noChangeAspect="1"/>
          </p:cNvPicPr>
          <p:nvPr/>
        </p:nvPicPr>
        <p:blipFill>
          <a:blip r:embed="rId6"/>
          <a:stretch>
            <a:fillRect/>
          </a:stretch>
        </p:blipFill>
        <p:spPr>
          <a:xfrm>
            <a:off x="8858250" y="1776437"/>
            <a:ext cx="3333750" cy="2933700"/>
          </a:xfrm>
          <a:prstGeom prst="rect">
            <a:avLst/>
          </a:prstGeom>
        </p:spPr>
      </p:pic>
    </p:spTree>
    <p:extLst>
      <p:ext uri="{BB962C8B-B14F-4D97-AF65-F5344CB8AC3E}">
        <p14:creationId xmlns:p14="http://schemas.microsoft.com/office/powerpoint/2010/main" val="26297346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2046E857-497D-6CE3-01B2-8B646B0ACB9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7AD54A0-9758-FB5F-EB88-9D6FD907D2B0}"/>
              </a:ext>
            </a:extLst>
          </p:cNvPr>
          <p:cNvSpPr>
            <a:spLocks noGrp="1"/>
          </p:cNvSpPr>
          <p:nvPr>
            <p:ph type="title"/>
          </p:nvPr>
        </p:nvSpPr>
        <p:spPr/>
        <p:txBody>
          <a:bodyPr/>
          <a:lstStyle/>
          <a:p>
            <a:r>
              <a:rPr lang="pt-BR" dirty="0">
                <a:solidFill>
                  <a:srgbClr val="1B2874"/>
                </a:solidFill>
              </a:rPr>
              <a:t>Computadores – Periféricos E/S</a:t>
            </a:r>
            <a:endParaRPr lang="en-BE" dirty="0">
              <a:solidFill>
                <a:srgbClr val="1B2874"/>
              </a:solidFill>
            </a:endParaRPr>
          </a:p>
        </p:txBody>
      </p:sp>
      <p:sp>
        <p:nvSpPr>
          <p:cNvPr id="4" name="CaixaDeTexto 3">
            <a:extLst>
              <a:ext uri="{FF2B5EF4-FFF2-40B4-BE49-F238E27FC236}">
                <a16:creationId xmlns:a16="http://schemas.microsoft.com/office/drawing/2014/main" id="{20854883-6AD6-1FC8-BADD-9EE9870AF025}"/>
              </a:ext>
            </a:extLst>
          </p:cNvPr>
          <p:cNvSpPr txBox="1"/>
          <p:nvPr/>
        </p:nvSpPr>
        <p:spPr>
          <a:xfrm>
            <a:off x="3345888" y="1549931"/>
            <a:ext cx="5500224" cy="369332"/>
          </a:xfrm>
          <a:prstGeom prst="rect">
            <a:avLst/>
          </a:prstGeom>
          <a:noFill/>
        </p:spPr>
        <p:txBody>
          <a:bodyPr wrap="none" rtlCol="0">
            <a:spAutoFit/>
          </a:bodyPr>
          <a:lstStyle/>
          <a:p>
            <a:r>
              <a:rPr lang="en-US" dirty="0" err="1"/>
              <a:t>Mantêm</a:t>
            </a:r>
            <a:r>
              <a:rPr lang="en-US" dirty="0"/>
              <a:t> a </a:t>
            </a:r>
            <a:r>
              <a:rPr lang="en-US" dirty="0" err="1"/>
              <a:t>comunicação</a:t>
            </a:r>
            <a:r>
              <a:rPr lang="en-US" dirty="0"/>
              <a:t> com o </a:t>
            </a:r>
            <a:r>
              <a:rPr lang="en-US" dirty="0" err="1"/>
              <a:t>processador</a:t>
            </a:r>
            <a:r>
              <a:rPr lang="en-US" dirty="0"/>
              <a:t> e a </a:t>
            </a:r>
            <a:r>
              <a:rPr lang="en-US" dirty="0" err="1"/>
              <a:t>memória</a:t>
            </a:r>
            <a:endParaRPr lang="en-US" dirty="0"/>
          </a:p>
        </p:txBody>
      </p:sp>
      <p:pic>
        <p:nvPicPr>
          <p:cNvPr id="6" name="Imagem 5" descr="HD (&lt;span class='italico'&gt;hard disk&lt;/span&gt;)">
            <a:extLst>
              <a:ext uri="{FF2B5EF4-FFF2-40B4-BE49-F238E27FC236}">
                <a16:creationId xmlns:a16="http://schemas.microsoft.com/office/drawing/2014/main" id="{9645C03D-4C1E-AF56-B8E3-E6F0DA855CC3}"/>
              </a:ext>
            </a:extLst>
          </p:cNvPr>
          <p:cNvPicPr>
            <a:picLocks noChangeAspect="1"/>
          </p:cNvPicPr>
          <p:nvPr/>
        </p:nvPicPr>
        <p:blipFill>
          <a:blip r:embed="rId4"/>
          <a:stretch>
            <a:fillRect/>
          </a:stretch>
        </p:blipFill>
        <p:spPr>
          <a:xfrm>
            <a:off x="0" y="2276872"/>
            <a:ext cx="3810000" cy="3514725"/>
          </a:xfrm>
          <a:prstGeom prst="rect">
            <a:avLst/>
          </a:prstGeom>
        </p:spPr>
      </p:pic>
      <p:pic>
        <p:nvPicPr>
          <p:cNvPr id="8" name="Imagem 7" descr="Placa de rede.">
            <a:extLst>
              <a:ext uri="{FF2B5EF4-FFF2-40B4-BE49-F238E27FC236}">
                <a16:creationId xmlns:a16="http://schemas.microsoft.com/office/drawing/2014/main" id="{F8067230-06C8-E990-7A1F-9ADB69E044BC}"/>
              </a:ext>
            </a:extLst>
          </p:cNvPr>
          <p:cNvPicPr>
            <a:picLocks noChangeAspect="1"/>
          </p:cNvPicPr>
          <p:nvPr/>
        </p:nvPicPr>
        <p:blipFill>
          <a:blip r:embed="rId5"/>
          <a:stretch>
            <a:fillRect/>
          </a:stretch>
        </p:blipFill>
        <p:spPr>
          <a:xfrm>
            <a:off x="4228334" y="2787187"/>
            <a:ext cx="3735332" cy="2151551"/>
          </a:xfrm>
          <a:prstGeom prst="rect">
            <a:avLst/>
          </a:prstGeom>
        </p:spPr>
      </p:pic>
      <p:pic>
        <p:nvPicPr>
          <p:cNvPr id="9" name="Imagem 8" descr="Entrada USB.">
            <a:extLst>
              <a:ext uri="{FF2B5EF4-FFF2-40B4-BE49-F238E27FC236}">
                <a16:creationId xmlns:a16="http://schemas.microsoft.com/office/drawing/2014/main" id="{EC443806-3CC7-7AB0-E687-D3310BBB74D0}"/>
              </a:ext>
            </a:extLst>
          </p:cNvPr>
          <p:cNvPicPr>
            <a:picLocks noChangeAspect="1"/>
          </p:cNvPicPr>
          <p:nvPr/>
        </p:nvPicPr>
        <p:blipFill>
          <a:blip r:embed="rId6"/>
          <a:stretch>
            <a:fillRect/>
          </a:stretch>
        </p:blipFill>
        <p:spPr>
          <a:xfrm>
            <a:off x="8978590" y="2708920"/>
            <a:ext cx="2585864" cy="2230308"/>
          </a:xfrm>
          <a:prstGeom prst="rect">
            <a:avLst/>
          </a:prstGeom>
        </p:spPr>
      </p:pic>
    </p:spTree>
    <p:extLst>
      <p:ext uri="{BB962C8B-B14F-4D97-AF65-F5344CB8AC3E}">
        <p14:creationId xmlns:p14="http://schemas.microsoft.com/office/powerpoint/2010/main" val="1749929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A94139D-E280-91A1-F85B-C59D1D4ECA0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B549F6-D936-2F96-6278-A068BEADD644}"/>
              </a:ext>
            </a:extLst>
          </p:cNvPr>
          <p:cNvSpPr>
            <a:spLocks noGrp="1"/>
          </p:cNvSpPr>
          <p:nvPr>
            <p:ph type="title"/>
          </p:nvPr>
        </p:nvSpPr>
        <p:spPr/>
        <p:txBody>
          <a:bodyPr/>
          <a:lstStyle/>
          <a:p>
            <a:r>
              <a:rPr lang="pt-BR" dirty="0">
                <a:solidFill>
                  <a:srgbClr val="1B2874"/>
                </a:solidFill>
              </a:rPr>
              <a:t>Computadores – Periféricos</a:t>
            </a:r>
            <a:endParaRPr lang="en-BE" dirty="0">
              <a:solidFill>
                <a:srgbClr val="1B2874"/>
              </a:solidFill>
            </a:endParaRPr>
          </a:p>
        </p:txBody>
      </p:sp>
      <p:sp>
        <p:nvSpPr>
          <p:cNvPr id="4" name="CaixaDeTexto 3">
            <a:extLst>
              <a:ext uri="{FF2B5EF4-FFF2-40B4-BE49-F238E27FC236}">
                <a16:creationId xmlns:a16="http://schemas.microsoft.com/office/drawing/2014/main" id="{BC876B35-575E-B042-5CB9-CAA5A5B71D28}"/>
              </a:ext>
            </a:extLst>
          </p:cNvPr>
          <p:cNvSpPr txBox="1"/>
          <p:nvPr/>
        </p:nvSpPr>
        <p:spPr>
          <a:xfrm>
            <a:off x="462092" y="1556792"/>
            <a:ext cx="5656548" cy="1477328"/>
          </a:xfrm>
          <a:prstGeom prst="rect">
            <a:avLst/>
          </a:prstGeom>
          <a:noFill/>
        </p:spPr>
        <p:txBody>
          <a:bodyPr wrap="none" rtlCol="0">
            <a:spAutoFit/>
          </a:bodyPr>
          <a:lstStyle/>
          <a:p>
            <a:r>
              <a:rPr lang="en-US" dirty="0" err="1"/>
              <a:t>Comunicação</a:t>
            </a:r>
            <a:r>
              <a:rPr lang="en-US" dirty="0"/>
              <a:t>:</a:t>
            </a:r>
          </a:p>
          <a:p>
            <a:pPr marL="342900" lvl="0" indent="-342900">
              <a:buFont typeface="+mj-lt"/>
              <a:buAutoNum type="arabicPeriod"/>
            </a:pPr>
            <a:r>
              <a:rPr lang="pt-BR" i="1" dirty="0" err="1"/>
              <a:t>Pooling</a:t>
            </a:r>
            <a:endParaRPr lang="pt-BR" b="1" dirty="0"/>
          </a:p>
          <a:p>
            <a:pPr marL="342900" lvl="0" indent="-342900">
              <a:buFont typeface="+mj-lt"/>
              <a:buAutoNum type="arabicPeriod"/>
            </a:pPr>
            <a:r>
              <a:rPr lang="pt-BR" dirty="0"/>
              <a:t>Sistema de interrupções</a:t>
            </a:r>
            <a:endParaRPr lang="pt-BR" b="1" dirty="0"/>
          </a:p>
          <a:p>
            <a:pPr marL="342900" lvl="0" indent="-342900">
              <a:buFont typeface="+mj-lt"/>
              <a:buAutoNum type="arabicPeriod"/>
            </a:pPr>
            <a:r>
              <a:rPr lang="pt-BR" dirty="0"/>
              <a:t>Acesso direto à memória (DMA: </a:t>
            </a:r>
            <a:r>
              <a:rPr lang="pt-BR" i="1" dirty="0"/>
              <a:t>direct </a:t>
            </a:r>
            <a:r>
              <a:rPr lang="pt-BR" i="1" dirty="0" err="1"/>
              <a:t>memory</a:t>
            </a:r>
            <a:r>
              <a:rPr lang="pt-BR" i="1" dirty="0"/>
              <a:t> </a:t>
            </a:r>
            <a:r>
              <a:rPr lang="pt-BR" i="1" dirty="0" err="1"/>
              <a:t>access</a:t>
            </a:r>
            <a:r>
              <a:rPr lang="pt-BR" dirty="0"/>
              <a:t>)</a:t>
            </a:r>
            <a:endParaRPr lang="pt-BR" b="1" dirty="0"/>
          </a:p>
          <a:p>
            <a:endParaRPr lang="en-US" dirty="0"/>
          </a:p>
        </p:txBody>
      </p:sp>
      <p:pic>
        <p:nvPicPr>
          <p:cNvPr id="2" name="Imagem 1" descr="Sistema de interrupções.">
            <a:extLst>
              <a:ext uri="{FF2B5EF4-FFF2-40B4-BE49-F238E27FC236}">
                <a16:creationId xmlns:a16="http://schemas.microsoft.com/office/drawing/2014/main" id="{707DF9BA-D4AD-4094-24A8-FC824F6774F1}"/>
              </a:ext>
            </a:extLst>
          </p:cNvPr>
          <p:cNvPicPr>
            <a:picLocks noChangeAspect="1"/>
          </p:cNvPicPr>
          <p:nvPr/>
        </p:nvPicPr>
        <p:blipFill>
          <a:blip r:embed="rId4"/>
          <a:stretch>
            <a:fillRect/>
          </a:stretch>
        </p:blipFill>
        <p:spPr>
          <a:xfrm>
            <a:off x="1415480" y="3065041"/>
            <a:ext cx="4464496" cy="3560150"/>
          </a:xfrm>
          <a:prstGeom prst="rect">
            <a:avLst/>
          </a:prstGeom>
        </p:spPr>
      </p:pic>
      <p:pic>
        <p:nvPicPr>
          <p:cNvPr id="3" name="Imagem 2" descr="Acesso ao processador via DMA.">
            <a:extLst>
              <a:ext uri="{FF2B5EF4-FFF2-40B4-BE49-F238E27FC236}">
                <a16:creationId xmlns:a16="http://schemas.microsoft.com/office/drawing/2014/main" id="{DE058AB6-A5FD-3BC9-2F1C-D8A3C8ABFF1F}"/>
              </a:ext>
            </a:extLst>
          </p:cNvPr>
          <p:cNvPicPr>
            <a:picLocks noChangeAspect="1"/>
          </p:cNvPicPr>
          <p:nvPr/>
        </p:nvPicPr>
        <p:blipFill>
          <a:blip r:embed="rId5"/>
          <a:stretch>
            <a:fillRect/>
          </a:stretch>
        </p:blipFill>
        <p:spPr>
          <a:xfrm>
            <a:off x="6528048" y="3065041"/>
            <a:ext cx="4248472" cy="3550509"/>
          </a:xfrm>
          <a:prstGeom prst="rect">
            <a:avLst/>
          </a:prstGeom>
        </p:spPr>
      </p:pic>
      <p:sp>
        <p:nvSpPr>
          <p:cNvPr id="7" name="CaixaDeTexto 6">
            <a:extLst>
              <a:ext uri="{FF2B5EF4-FFF2-40B4-BE49-F238E27FC236}">
                <a16:creationId xmlns:a16="http://schemas.microsoft.com/office/drawing/2014/main" id="{4B790498-F67B-5F74-1940-1A43056FDDB2}"/>
              </a:ext>
            </a:extLst>
          </p:cNvPr>
          <p:cNvSpPr txBox="1"/>
          <p:nvPr/>
        </p:nvSpPr>
        <p:spPr>
          <a:xfrm>
            <a:off x="3936174" y="6574609"/>
            <a:ext cx="3887603" cy="253916"/>
          </a:xfrm>
          <a:prstGeom prst="rect">
            <a:avLst/>
          </a:prstGeom>
          <a:noFill/>
        </p:spPr>
        <p:txBody>
          <a:bodyPr wrap="none" rtlCol="0">
            <a:spAutoFit/>
          </a:bodyPr>
          <a:lstStyle/>
          <a:p>
            <a:r>
              <a:rPr lang="en-US" sz="1050" dirty="0"/>
              <a:t>Fonte: https://materialpublic.imd.ufrn.br/curso/disciplina/4/14/5/1</a:t>
            </a:r>
          </a:p>
        </p:txBody>
      </p:sp>
    </p:spTree>
    <p:extLst>
      <p:ext uri="{BB962C8B-B14F-4D97-AF65-F5344CB8AC3E}">
        <p14:creationId xmlns:p14="http://schemas.microsoft.com/office/powerpoint/2010/main" val="2908372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677AB89B-CF63-5A38-A9FA-71F45C8AC9D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EADBA-7C28-D310-68C5-DFE14160C0FB}"/>
              </a:ext>
            </a:extLst>
          </p:cNvPr>
          <p:cNvSpPr>
            <a:spLocks noGrp="1"/>
          </p:cNvSpPr>
          <p:nvPr>
            <p:ph type="title"/>
          </p:nvPr>
        </p:nvSpPr>
        <p:spPr/>
        <p:txBody>
          <a:bodyPr/>
          <a:lstStyle/>
          <a:p>
            <a:r>
              <a:rPr lang="pt-BR" dirty="0">
                <a:solidFill>
                  <a:srgbClr val="1B2874"/>
                </a:solidFill>
              </a:rPr>
              <a:t>Computadores – Placa Mãe</a:t>
            </a:r>
            <a:endParaRPr lang="en-BE" dirty="0">
              <a:solidFill>
                <a:srgbClr val="1B2874"/>
              </a:solidFill>
            </a:endParaRPr>
          </a:p>
        </p:txBody>
      </p:sp>
      <p:pic>
        <p:nvPicPr>
          <p:cNvPr id="6" name="Imagem 5" descr="Visão geral de uma placa-mãe">
            <a:extLst>
              <a:ext uri="{FF2B5EF4-FFF2-40B4-BE49-F238E27FC236}">
                <a16:creationId xmlns:a16="http://schemas.microsoft.com/office/drawing/2014/main" id="{E22F4269-6406-9ED5-6149-0634A0815C34}"/>
              </a:ext>
            </a:extLst>
          </p:cNvPr>
          <p:cNvPicPr>
            <a:picLocks noChangeAspect="1"/>
          </p:cNvPicPr>
          <p:nvPr/>
        </p:nvPicPr>
        <p:blipFill>
          <a:blip r:embed="rId4"/>
          <a:stretch>
            <a:fillRect/>
          </a:stretch>
        </p:blipFill>
        <p:spPr>
          <a:xfrm>
            <a:off x="609600" y="1556792"/>
            <a:ext cx="7128792" cy="4372326"/>
          </a:xfrm>
          <a:prstGeom prst="rect">
            <a:avLst/>
          </a:prstGeom>
        </p:spPr>
      </p:pic>
      <p:sp>
        <p:nvSpPr>
          <p:cNvPr id="8" name="CaixaDeTexto 7">
            <a:extLst>
              <a:ext uri="{FF2B5EF4-FFF2-40B4-BE49-F238E27FC236}">
                <a16:creationId xmlns:a16="http://schemas.microsoft.com/office/drawing/2014/main" id="{F054C543-2754-006E-557C-6212610BEFBC}"/>
              </a:ext>
            </a:extLst>
          </p:cNvPr>
          <p:cNvSpPr txBox="1"/>
          <p:nvPr/>
        </p:nvSpPr>
        <p:spPr>
          <a:xfrm>
            <a:off x="583358" y="5929118"/>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sp>
        <p:nvSpPr>
          <p:cNvPr id="9" name="CaixaDeTexto 8">
            <a:extLst>
              <a:ext uri="{FF2B5EF4-FFF2-40B4-BE49-F238E27FC236}">
                <a16:creationId xmlns:a16="http://schemas.microsoft.com/office/drawing/2014/main" id="{9D8E72E9-3F88-2848-9CC1-1C5379394072}"/>
              </a:ext>
            </a:extLst>
          </p:cNvPr>
          <p:cNvSpPr txBox="1"/>
          <p:nvPr/>
        </p:nvSpPr>
        <p:spPr>
          <a:xfrm>
            <a:off x="7824193" y="1844824"/>
            <a:ext cx="4176464" cy="2585323"/>
          </a:xfrm>
          <a:prstGeom prst="rect">
            <a:avLst/>
          </a:prstGeom>
          <a:noFill/>
        </p:spPr>
        <p:txBody>
          <a:bodyPr wrap="square" rtlCol="0">
            <a:spAutoFit/>
          </a:bodyPr>
          <a:lstStyle/>
          <a:p>
            <a:pPr marL="285750" indent="-285750">
              <a:buFont typeface="Arial" panose="020B0604020202020204" pitchFamily="34" charset="0"/>
              <a:buChar char="•"/>
            </a:pPr>
            <a:r>
              <a:rPr lang="en-US" dirty="0" err="1"/>
              <a:t>Constituída</a:t>
            </a:r>
            <a:r>
              <a:rPr lang="en-US" dirty="0"/>
              <a:t> de </a:t>
            </a:r>
            <a:r>
              <a:rPr lang="en-US" dirty="0" err="1"/>
              <a:t>circuitos</a:t>
            </a:r>
            <a:r>
              <a:rPr lang="en-US" dirty="0"/>
              <a:t> </a:t>
            </a:r>
            <a:r>
              <a:rPr lang="en-US" dirty="0" err="1"/>
              <a:t>que</a:t>
            </a:r>
            <a:r>
              <a:rPr lang="en-US" dirty="0"/>
              <a:t> </a:t>
            </a:r>
            <a:r>
              <a:rPr lang="en-US" dirty="0" err="1"/>
              <a:t>servem</a:t>
            </a:r>
            <a:r>
              <a:rPr lang="en-US" dirty="0"/>
              <a:t> </a:t>
            </a:r>
            <a:r>
              <a:rPr lang="en-US" dirty="0" err="1"/>
              <a:t>como</a:t>
            </a:r>
            <a:r>
              <a:rPr lang="en-US" dirty="0"/>
              <a:t> base para </a:t>
            </a:r>
            <a:r>
              <a:rPr lang="en-US" dirty="0" err="1"/>
              <a:t>instalação</a:t>
            </a:r>
            <a:r>
              <a:rPr lang="en-US" dirty="0"/>
              <a:t> e </a:t>
            </a:r>
            <a:r>
              <a:rPr lang="en-US" dirty="0" err="1"/>
              <a:t>interconexão</a:t>
            </a:r>
            <a:r>
              <a:rPr lang="en-US" dirty="0"/>
              <a:t> de </a:t>
            </a:r>
            <a:r>
              <a:rPr lang="en-US" dirty="0" err="1"/>
              <a:t>vários</a:t>
            </a:r>
            <a:r>
              <a:rPr lang="en-US" dirty="0"/>
              <a:t> </a:t>
            </a:r>
            <a:r>
              <a:rPr lang="en-US" dirty="0" err="1"/>
              <a:t>componente</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Processador</a:t>
            </a:r>
            <a:endParaRPr lang="en-US" dirty="0"/>
          </a:p>
          <a:p>
            <a:pPr marL="285750" indent="-285750">
              <a:buFont typeface="Arial" panose="020B0604020202020204" pitchFamily="34" charset="0"/>
              <a:buChar char="•"/>
            </a:pPr>
            <a:r>
              <a:rPr lang="en-US" dirty="0" err="1"/>
              <a:t>Memória</a:t>
            </a:r>
            <a:endParaRPr lang="en-US" dirty="0"/>
          </a:p>
          <a:p>
            <a:pPr marL="285750" indent="-285750">
              <a:buFont typeface="Arial" panose="020B0604020202020204" pitchFamily="34" charset="0"/>
              <a:buChar char="•"/>
            </a:pPr>
            <a:r>
              <a:rPr lang="en-US" dirty="0"/>
              <a:t>Slots de </a:t>
            </a:r>
            <a:r>
              <a:rPr lang="en-US" dirty="0" err="1"/>
              <a:t>barramento</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Distribuição</a:t>
            </a:r>
            <a:r>
              <a:rPr lang="en-US" dirty="0"/>
              <a:t> de </a:t>
            </a:r>
            <a:r>
              <a:rPr lang="en-US" dirty="0" err="1"/>
              <a:t>energia</a:t>
            </a:r>
            <a:endParaRPr lang="en-US" dirty="0"/>
          </a:p>
        </p:txBody>
      </p:sp>
    </p:spTree>
    <p:extLst>
      <p:ext uri="{BB962C8B-B14F-4D97-AF65-F5344CB8AC3E}">
        <p14:creationId xmlns:p14="http://schemas.microsoft.com/office/powerpoint/2010/main" val="6628148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F674B65-E8C5-EF92-DE06-7AA8FC5244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6DFBAA-03A0-1A62-B3D1-297304AAAF52}"/>
              </a:ext>
            </a:extLst>
          </p:cNvPr>
          <p:cNvSpPr>
            <a:spLocks noGrp="1"/>
          </p:cNvSpPr>
          <p:nvPr>
            <p:ph type="title"/>
          </p:nvPr>
        </p:nvSpPr>
        <p:spPr/>
        <p:txBody>
          <a:bodyPr/>
          <a:lstStyle/>
          <a:p>
            <a:r>
              <a:rPr lang="pt-BR" dirty="0">
                <a:solidFill>
                  <a:srgbClr val="1B2874"/>
                </a:solidFill>
              </a:rPr>
              <a:t>Computadores – Placa Mãe</a:t>
            </a:r>
            <a:endParaRPr lang="en-BE" dirty="0">
              <a:solidFill>
                <a:srgbClr val="1B2874"/>
              </a:solidFill>
            </a:endParaRPr>
          </a:p>
        </p:txBody>
      </p:sp>
      <p:sp>
        <p:nvSpPr>
          <p:cNvPr id="8" name="CaixaDeTexto 7">
            <a:extLst>
              <a:ext uri="{FF2B5EF4-FFF2-40B4-BE49-F238E27FC236}">
                <a16:creationId xmlns:a16="http://schemas.microsoft.com/office/drawing/2014/main" id="{A4EC8FB2-6516-F2BA-BE78-BD1416397610}"/>
              </a:ext>
            </a:extLst>
          </p:cNvPr>
          <p:cNvSpPr txBox="1"/>
          <p:nvPr/>
        </p:nvSpPr>
        <p:spPr>
          <a:xfrm>
            <a:off x="3575720" y="6550223"/>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pic>
        <p:nvPicPr>
          <p:cNvPr id="2" name="Imagem 1" descr="Representação dos componentes">
            <a:extLst>
              <a:ext uri="{FF2B5EF4-FFF2-40B4-BE49-F238E27FC236}">
                <a16:creationId xmlns:a16="http://schemas.microsoft.com/office/drawing/2014/main" id="{D7E48526-13D8-231F-F2AA-A7583205F2FE}"/>
              </a:ext>
            </a:extLst>
          </p:cNvPr>
          <p:cNvPicPr>
            <a:picLocks noChangeAspect="1"/>
          </p:cNvPicPr>
          <p:nvPr/>
        </p:nvPicPr>
        <p:blipFill>
          <a:blip r:embed="rId4"/>
          <a:stretch>
            <a:fillRect/>
          </a:stretch>
        </p:blipFill>
        <p:spPr>
          <a:xfrm>
            <a:off x="3287688" y="1196751"/>
            <a:ext cx="5544616" cy="5442965"/>
          </a:xfrm>
          <a:prstGeom prst="rect">
            <a:avLst/>
          </a:prstGeom>
        </p:spPr>
      </p:pic>
    </p:spTree>
    <p:extLst>
      <p:ext uri="{BB962C8B-B14F-4D97-AF65-F5344CB8AC3E}">
        <p14:creationId xmlns:p14="http://schemas.microsoft.com/office/powerpoint/2010/main" val="490828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FB2E155-A87C-E3F3-6CC1-559BC092D0D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BE08021-DDD5-484A-6C45-42E9B63FA056}"/>
              </a:ext>
            </a:extLst>
          </p:cNvPr>
          <p:cNvSpPr>
            <a:spLocks noGrp="1"/>
          </p:cNvSpPr>
          <p:nvPr>
            <p:ph type="title"/>
          </p:nvPr>
        </p:nvSpPr>
        <p:spPr/>
        <p:txBody>
          <a:bodyPr/>
          <a:lstStyle/>
          <a:p>
            <a:r>
              <a:rPr lang="pt-BR" dirty="0">
                <a:solidFill>
                  <a:srgbClr val="1B2874"/>
                </a:solidFill>
              </a:rPr>
              <a:t>Computadores – GPU</a:t>
            </a:r>
            <a:endParaRPr lang="en-BE" dirty="0">
              <a:solidFill>
                <a:srgbClr val="1B2874"/>
              </a:solidFill>
            </a:endParaRPr>
          </a:p>
        </p:txBody>
      </p:sp>
      <p:sp>
        <p:nvSpPr>
          <p:cNvPr id="8" name="CaixaDeTexto 7">
            <a:extLst>
              <a:ext uri="{FF2B5EF4-FFF2-40B4-BE49-F238E27FC236}">
                <a16:creationId xmlns:a16="http://schemas.microsoft.com/office/drawing/2014/main" id="{AF7507CA-3B44-547B-7B9C-A0CA417174E4}"/>
              </a:ext>
            </a:extLst>
          </p:cNvPr>
          <p:cNvSpPr txBox="1"/>
          <p:nvPr/>
        </p:nvSpPr>
        <p:spPr>
          <a:xfrm>
            <a:off x="3575720" y="6550223"/>
            <a:ext cx="6826968" cy="307777"/>
          </a:xfrm>
          <a:prstGeom prst="rect">
            <a:avLst/>
          </a:prstGeom>
          <a:noFill/>
        </p:spPr>
        <p:txBody>
          <a:bodyPr wrap="square">
            <a:spAutoFit/>
          </a:bodyPr>
          <a:lstStyle/>
          <a:p>
            <a:r>
              <a:rPr lang="en-US" sz="1400" dirty="0" err="1"/>
              <a:t>Fonte:https</a:t>
            </a:r>
            <a:r>
              <a:rPr lang="en-US" sz="1400" dirty="0"/>
              <a:t>://materialpublic.imd.ufrn.br/</a:t>
            </a:r>
            <a:r>
              <a:rPr lang="en-US" sz="1400" dirty="0" err="1"/>
              <a:t>curso</a:t>
            </a:r>
            <a:r>
              <a:rPr lang="en-US" sz="1400" dirty="0"/>
              <a:t>/</a:t>
            </a:r>
            <a:r>
              <a:rPr lang="en-US" sz="1400" dirty="0" err="1"/>
              <a:t>disciplina</a:t>
            </a:r>
            <a:r>
              <a:rPr lang="en-US" sz="1400" dirty="0"/>
              <a:t>/4/14/5/2</a:t>
            </a:r>
          </a:p>
        </p:txBody>
      </p:sp>
      <p:pic>
        <p:nvPicPr>
          <p:cNvPr id="3" name="Imagem 2" descr="Placa de Vídeo GeForce">
            <a:extLst>
              <a:ext uri="{FF2B5EF4-FFF2-40B4-BE49-F238E27FC236}">
                <a16:creationId xmlns:a16="http://schemas.microsoft.com/office/drawing/2014/main" id="{070BCB5F-3CD5-43C2-14A6-2B21FC38339C}"/>
              </a:ext>
            </a:extLst>
          </p:cNvPr>
          <p:cNvPicPr>
            <a:picLocks noChangeAspect="1"/>
          </p:cNvPicPr>
          <p:nvPr/>
        </p:nvPicPr>
        <p:blipFill>
          <a:blip r:embed="rId4"/>
          <a:stretch>
            <a:fillRect/>
          </a:stretch>
        </p:blipFill>
        <p:spPr>
          <a:xfrm>
            <a:off x="1631504" y="1615109"/>
            <a:ext cx="9158198" cy="4737643"/>
          </a:xfrm>
          <a:prstGeom prst="rect">
            <a:avLst/>
          </a:prstGeom>
        </p:spPr>
      </p:pic>
    </p:spTree>
    <p:extLst>
      <p:ext uri="{BB962C8B-B14F-4D97-AF65-F5344CB8AC3E}">
        <p14:creationId xmlns:p14="http://schemas.microsoft.com/office/powerpoint/2010/main" val="2490862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4880AC0C-DB69-E939-92D7-87D17AF008B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8B49D7-5739-464F-E485-3CF7D1BB53A6}"/>
              </a:ext>
            </a:extLst>
          </p:cNvPr>
          <p:cNvSpPr>
            <a:spLocks noGrp="1"/>
          </p:cNvSpPr>
          <p:nvPr>
            <p:ph type="title"/>
          </p:nvPr>
        </p:nvSpPr>
        <p:spPr/>
        <p:txBody>
          <a:bodyPr/>
          <a:lstStyle/>
          <a:p>
            <a:r>
              <a:rPr lang="pt-BR" dirty="0">
                <a:solidFill>
                  <a:srgbClr val="1B2874"/>
                </a:solidFill>
              </a:rPr>
              <a:t>Computadores – GPU</a:t>
            </a:r>
            <a:endParaRPr lang="en-BE" dirty="0">
              <a:solidFill>
                <a:srgbClr val="1B2874"/>
              </a:solidFill>
            </a:endParaRPr>
          </a:p>
        </p:txBody>
      </p:sp>
      <p:sp>
        <p:nvSpPr>
          <p:cNvPr id="8" name="CaixaDeTexto 7">
            <a:extLst>
              <a:ext uri="{FF2B5EF4-FFF2-40B4-BE49-F238E27FC236}">
                <a16:creationId xmlns:a16="http://schemas.microsoft.com/office/drawing/2014/main" id="{754D338B-5B5C-776B-1D87-1036C5C0D970}"/>
              </a:ext>
            </a:extLst>
          </p:cNvPr>
          <p:cNvSpPr txBox="1"/>
          <p:nvPr/>
        </p:nvSpPr>
        <p:spPr>
          <a:xfrm>
            <a:off x="3575720" y="6550223"/>
            <a:ext cx="6826968" cy="307777"/>
          </a:xfrm>
          <a:prstGeom prst="rect">
            <a:avLst/>
          </a:prstGeom>
          <a:noFill/>
        </p:spPr>
        <p:txBody>
          <a:bodyPr wrap="square">
            <a:spAutoFit/>
          </a:bodyPr>
          <a:lstStyle/>
          <a:p>
            <a:r>
              <a:rPr lang="en-US" sz="1400" dirty="0"/>
              <a:t>Fonte: https://www.nvidia.com/pt-br/geforce/graphics-cards/compare/</a:t>
            </a:r>
          </a:p>
        </p:txBody>
      </p:sp>
      <p:pic>
        <p:nvPicPr>
          <p:cNvPr id="4" name="Imagem 3">
            <a:extLst>
              <a:ext uri="{FF2B5EF4-FFF2-40B4-BE49-F238E27FC236}">
                <a16:creationId xmlns:a16="http://schemas.microsoft.com/office/drawing/2014/main" id="{032E11F5-75D6-9CDD-D55C-5A30D6D4D6E3}"/>
              </a:ext>
            </a:extLst>
          </p:cNvPr>
          <p:cNvPicPr>
            <a:picLocks noChangeAspect="1"/>
          </p:cNvPicPr>
          <p:nvPr/>
        </p:nvPicPr>
        <p:blipFill>
          <a:blip r:embed="rId4"/>
          <a:stretch>
            <a:fillRect/>
          </a:stretch>
        </p:blipFill>
        <p:spPr>
          <a:xfrm>
            <a:off x="609600" y="1309739"/>
            <a:ext cx="10598968" cy="5236582"/>
          </a:xfrm>
          <a:prstGeom prst="rect">
            <a:avLst/>
          </a:prstGeom>
        </p:spPr>
      </p:pic>
    </p:spTree>
    <p:extLst>
      <p:ext uri="{BB962C8B-B14F-4D97-AF65-F5344CB8AC3E}">
        <p14:creationId xmlns:p14="http://schemas.microsoft.com/office/powerpoint/2010/main" val="2377278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4247155-312B-B442-50D0-3C59B5E45B9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353A58-755D-DB79-70D5-12F577D9ACD0}"/>
              </a:ext>
            </a:extLst>
          </p:cNvPr>
          <p:cNvSpPr>
            <a:spLocks noGrp="1"/>
          </p:cNvSpPr>
          <p:nvPr>
            <p:ph type="title"/>
          </p:nvPr>
        </p:nvSpPr>
        <p:spPr/>
        <p:txBody>
          <a:bodyPr/>
          <a:lstStyle/>
          <a:p>
            <a:r>
              <a:rPr lang="pt-BR" dirty="0">
                <a:solidFill>
                  <a:srgbClr val="1B2874"/>
                </a:solidFill>
              </a:rPr>
              <a:t>Computadores – Fonte</a:t>
            </a:r>
            <a:endParaRPr lang="en-BE" dirty="0">
              <a:solidFill>
                <a:srgbClr val="1B2874"/>
              </a:solidFill>
            </a:endParaRPr>
          </a:p>
        </p:txBody>
      </p:sp>
      <p:sp>
        <p:nvSpPr>
          <p:cNvPr id="8" name="CaixaDeTexto 7">
            <a:extLst>
              <a:ext uri="{FF2B5EF4-FFF2-40B4-BE49-F238E27FC236}">
                <a16:creationId xmlns:a16="http://schemas.microsoft.com/office/drawing/2014/main" id="{434A80BF-28C3-3794-A167-0C2C8C1842F1}"/>
              </a:ext>
            </a:extLst>
          </p:cNvPr>
          <p:cNvSpPr txBox="1"/>
          <p:nvPr/>
        </p:nvSpPr>
        <p:spPr>
          <a:xfrm>
            <a:off x="3575720" y="6429473"/>
            <a:ext cx="6826968" cy="307777"/>
          </a:xfrm>
          <a:prstGeom prst="rect">
            <a:avLst/>
          </a:prstGeom>
          <a:noFill/>
        </p:spPr>
        <p:txBody>
          <a:bodyPr wrap="square">
            <a:spAutoFit/>
          </a:bodyPr>
          <a:lstStyle/>
          <a:p>
            <a:r>
              <a:rPr lang="en-US" sz="1400" dirty="0"/>
              <a:t>Fonte: https://materialpublic.imd.ufrn.br/curso/disciplina/4/14/5/5</a:t>
            </a:r>
          </a:p>
        </p:txBody>
      </p:sp>
      <p:pic>
        <p:nvPicPr>
          <p:cNvPr id="2" name="Imagem 1" descr="Fonte de alimentação AT">
            <a:extLst>
              <a:ext uri="{FF2B5EF4-FFF2-40B4-BE49-F238E27FC236}">
                <a16:creationId xmlns:a16="http://schemas.microsoft.com/office/drawing/2014/main" id="{7F3319EE-053D-2C33-A849-0568CE11CA09}"/>
              </a:ext>
            </a:extLst>
          </p:cNvPr>
          <p:cNvPicPr>
            <a:picLocks noChangeAspect="1"/>
          </p:cNvPicPr>
          <p:nvPr/>
        </p:nvPicPr>
        <p:blipFill>
          <a:blip r:embed="rId4"/>
          <a:stretch>
            <a:fillRect/>
          </a:stretch>
        </p:blipFill>
        <p:spPr>
          <a:xfrm>
            <a:off x="217573" y="1663159"/>
            <a:ext cx="5662404" cy="4320064"/>
          </a:xfrm>
          <a:prstGeom prst="rect">
            <a:avLst/>
          </a:prstGeom>
        </p:spPr>
      </p:pic>
      <p:pic>
        <p:nvPicPr>
          <p:cNvPr id="6" name="Imagem 5" descr="Fonte de alimentação ATX">
            <a:extLst>
              <a:ext uri="{FF2B5EF4-FFF2-40B4-BE49-F238E27FC236}">
                <a16:creationId xmlns:a16="http://schemas.microsoft.com/office/drawing/2014/main" id="{230C2D07-87A2-4278-4B66-6389F602D617}"/>
              </a:ext>
            </a:extLst>
          </p:cNvPr>
          <p:cNvPicPr>
            <a:picLocks noChangeAspect="1"/>
          </p:cNvPicPr>
          <p:nvPr/>
        </p:nvPicPr>
        <p:blipFill>
          <a:blip r:embed="rId5"/>
          <a:stretch>
            <a:fillRect/>
          </a:stretch>
        </p:blipFill>
        <p:spPr>
          <a:xfrm>
            <a:off x="6312024" y="1556792"/>
            <a:ext cx="5105067" cy="4210189"/>
          </a:xfrm>
          <a:prstGeom prst="rect">
            <a:avLst/>
          </a:prstGeom>
        </p:spPr>
      </p:pic>
    </p:spTree>
    <p:extLst>
      <p:ext uri="{BB962C8B-B14F-4D97-AF65-F5344CB8AC3E}">
        <p14:creationId xmlns:p14="http://schemas.microsoft.com/office/powerpoint/2010/main" val="19746853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4995B6F-BA7A-3E2E-B562-62F22F0DA66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F467D2-264C-1B38-2EDB-61F14C57EC10}"/>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02A0D32A-550F-EA5F-5391-854022FFF66C}"/>
              </a:ext>
            </a:extLst>
          </p:cNvPr>
          <p:cNvSpPr>
            <a:spLocks noGrp="1"/>
          </p:cNvSpPr>
          <p:nvPr>
            <p:ph idx="1"/>
          </p:nvPr>
        </p:nvSpPr>
        <p:spPr/>
        <p:txBody>
          <a:bodyPr/>
          <a:lstStyle/>
          <a:p>
            <a:r>
              <a:rPr lang="en-US" b="1" dirty="0"/>
              <a:t>Software</a:t>
            </a:r>
            <a:r>
              <a:rPr lang="en-US" dirty="0"/>
              <a:t> </a:t>
            </a:r>
            <a:r>
              <a:rPr lang="en-US" dirty="0" err="1"/>
              <a:t>que</a:t>
            </a:r>
            <a:r>
              <a:rPr lang="en-US" dirty="0"/>
              <a:t> </a:t>
            </a:r>
            <a:r>
              <a:rPr lang="en-US" dirty="0" err="1"/>
              <a:t>dá</a:t>
            </a:r>
            <a:r>
              <a:rPr lang="en-US" dirty="0"/>
              <a:t> </a:t>
            </a:r>
            <a:r>
              <a:rPr lang="en-US" dirty="0" err="1"/>
              <a:t>vida</a:t>
            </a:r>
            <a:r>
              <a:rPr lang="en-US" dirty="0"/>
              <a:t> </a:t>
            </a:r>
            <a:r>
              <a:rPr lang="en-US" dirty="0" err="1"/>
              <a:t>ao</a:t>
            </a:r>
            <a:r>
              <a:rPr lang="en-US" dirty="0"/>
              <a:t> </a:t>
            </a:r>
            <a:r>
              <a:rPr lang="en-US" b="1" dirty="0"/>
              <a:t>hardware</a:t>
            </a:r>
          </a:p>
          <a:p>
            <a:r>
              <a:rPr lang="en-US" dirty="0"/>
              <a:t>Sem o OS o </a:t>
            </a:r>
            <a:r>
              <a:rPr lang="en-US" dirty="0" err="1"/>
              <a:t>computador</a:t>
            </a:r>
            <a:r>
              <a:rPr lang="en-US" dirty="0"/>
              <a:t> é </a:t>
            </a:r>
            <a:r>
              <a:rPr lang="en-US" dirty="0" err="1"/>
              <a:t>uma</a:t>
            </a:r>
            <a:r>
              <a:rPr lang="en-US" dirty="0"/>
              <a:t> </a:t>
            </a:r>
            <a:r>
              <a:rPr lang="en-US" dirty="0" err="1"/>
              <a:t>amotoado</a:t>
            </a:r>
            <a:r>
              <a:rPr lang="en-US" dirty="0"/>
              <a:t> de CI </a:t>
            </a:r>
            <a:r>
              <a:rPr lang="en-US" dirty="0" err="1"/>
              <a:t>sem</a:t>
            </a:r>
            <a:r>
              <a:rPr lang="en-US" dirty="0"/>
              <a:t> </a:t>
            </a:r>
            <a:r>
              <a:rPr lang="en-US" dirty="0" err="1"/>
              <a:t>utilidade</a:t>
            </a:r>
            <a:endParaRPr lang="en-US" dirty="0"/>
          </a:p>
          <a:p>
            <a:r>
              <a:rPr lang="en-US" dirty="0"/>
              <a:t>Deve ser </a:t>
            </a:r>
            <a:r>
              <a:rPr lang="en-US" dirty="0" err="1"/>
              <a:t>leve</a:t>
            </a:r>
            <a:r>
              <a:rPr lang="en-US" dirty="0"/>
              <a:t>, </a:t>
            </a:r>
            <a:r>
              <a:rPr lang="en-US" dirty="0" err="1"/>
              <a:t>versátil</a:t>
            </a:r>
            <a:r>
              <a:rPr lang="en-US" dirty="0"/>
              <a:t>, </a:t>
            </a:r>
            <a:r>
              <a:rPr lang="en-US" dirty="0" err="1"/>
              <a:t>rápida</a:t>
            </a:r>
            <a:r>
              <a:rPr lang="en-US" dirty="0"/>
              <a:t> e </a:t>
            </a:r>
            <a:r>
              <a:rPr lang="en-US" dirty="0" err="1"/>
              <a:t>amigável</a:t>
            </a:r>
            <a:endParaRPr lang="en-US" dirty="0"/>
          </a:p>
        </p:txBody>
      </p:sp>
      <p:pic>
        <p:nvPicPr>
          <p:cNvPr id="7" name="Imagem 6" descr="O sistema operacional (aqui representado pelo pinguim do Linux, que você verá adiante) permite que você utilize o computador">
            <a:extLst>
              <a:ext uri="{FF2B5EF4-FFF2-40B4-BE49-F238E27FC236}">
                <a16:creationId xmlns:a16="http://schemas.microsoft.com/office/drawing/2014/main" id="{C032DB00-32B6-31E0-F258-4D61E3CD8DEF}"/>
              </a:ext>
            </a:extLst>
          </p:cNvPr>
          <p:cNvPicPr>
            <a:picLocks noChangeAspect="1"/>
          </p:cNvPicPr>
          <p:nvPr/>
        </p:nvPicPr>
        <p:blipFill>
          <a:blip r:embed="rId4"/>
          <a:stretch>
            <a:fillRect/>
          </a:stretch>
        </p:blipFill>
        <p:spPr>
          <a:xfrm>
            <a:off x="2135560" y="3408704"/>
            <a:ext cx="7682539" cy="2717460"/>
          </a:xfrm>
          <a:prstGeom prst="rect">
            <a:avLst/>
          </a:prstGeom>
        </p:spPr>
      </p:pic>
    </p:spTree>
    <p:extLst>
      <p:ext uri="{BB962C8B-B14F-4D97-AF65-F5344CB8AC3E}">
        <p14:creationId xmlns:p14="http://schemas.microsoft.com/office/powerpoint/2010/main" val="2822470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6F4A20A-895A-67D8-4DB3-CF90A37C5E9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7E5ACB4-E1DD-E8CD-7F31-8B6E9258C518}"/>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2CF7BBBA-731D-E21C-5C27-A5A569929EBF}"/>
              </a:ext>
            </a:extLst>
          </p:cNvPr>
          <p:cNvSpPr>
            <a:spLocks noGrp="1"/>
          </p:cNvSpPr>
          <p:nvPr>
            <p:ph idx="1"/>
          </p:nvPr>
        </p:nvSpPr>
        <p:spPr/>
        <p:txBody>
          <a:bodyPr>
            <a:normAutofit/>
          </a:bodyPr>
          <a:lstStyle/>
          <a:p>
            <a:r>
              <a:rPr lang="en-US" sz="2400" b="1" dirty="0"/>
              <a:t>Software</a:t>
            </a:r>
            <a:r>
              <a:rPr lang="en-US" sz="2400" dirty="0"/>
              <a:t> </a:t>
            </a:r>
            <a:r>
              <a:rPr lang="en-US" sz="2400" dirty="0" err="1"/>
              <a:t>que</a:t>
            </a:r>
            <a:r>
              <a:rPr lang="en-US" sz="2400" dirty="0"/>
              <a:t> </a:t>
            </a:r>
            <a:r>
              <a:rPr lang="en-US" sz="2400" dirty="0" err="1"/>
              <a:t>dá</a:t>
            </a:r>
            <a:r>
              <a:rPr lang="en-US" sz="2400" dirty="0"/>
              <a:t> </a:t>
            </a:r>
            <a:r>
              <a:rPr lang="en-US" sz="2400" dirty="0" err="1"/>
              <a:t>vida</a:t>
            </a:r>
            <a:r>
              <a:rPr lang="en-US" sz="2400" dirty="0"/>
              <a:t> </a:t>
            </a:r>
            <a:r>
              <a:rPr lang="en-US" sz="2400" dirty="0" err="1"/>
              <a:t>ao</a:t>
            </a:r>
            <a:r>
              <a:rPr lang="en-US" sz="2400" dirty="0"/>
              <a:t> </a:t>
            </a:r>
            <a:r>
              <a:rPr lang="en-US" sz="2400" b="1" dirty="0"/>
              <a:t>hardware</a:t>
            </a:r>
          </a:p>
          <a:p>
            <a:r>
              <a:rPr lang="en-US" sz="2400" dirty="0"/>
              <a:t>Sem o OS o </a:t>
            </a:r>
            <a:r>
              <a:rPr lang="en-US" sz="2400" dirty="0" err="1"/>
              <a:t>computador</a:t>
            </a:r>
            <a:r>
              <a:rPr lang="en-US" sz="2400" dirty="0"/>
              <a:t> é </a:t>
            </a:r>
            <a:r>
              <a:rPr lang="en-US" sz="2400" dirty="0" err="1"/>
              <a:t>uma</a:t>
            </a:r>
            <a:r>
              <a:rPr lang="en-US" sz="2400" dirty="0"/>
              <a:t> </a:t>
            </a:r>
            <a:r>
              <a:rPr lang="en-US" sz="2400" dirty="0" err="1"/>
              <a:t>amotoado</a:t>
            </a:r>
            <a:r>
              <a:rPr lang="en-US" sz="2400" dirty="0"/>
              <a:t> de CI </a:t>
            </a:r>
            <a:r>
              <a:rPr lang="en-US" sz="2400" dirty="0" err="1"/>
              <a:t>sem</a:t>
            </a:r>
            <a:r>
              <a:rPr lang="en-US" sz="2400" dirty="0"/>
              <a:t> </a:t>
            </a:r>
            <a:r>
              <a:rPr lang="en-US" sz="2400" dirty="0" err="1"/>
              <a:t>utilidade</a:t>
            </a:r>
            <a:endParaRPr lang="en-US" sz="2400" dirty="0"/>
          </a:p>
          <a:p>
            <a:r>
              <a:rPr lang="en-US" sz="2400" dirty="0"/>
              <a:t>Deve ser </a:t>
            </a:r>
            <a:r>
              <a:rPr lang="en-US" sz="2400" dirty="0" err="1"/>
              <a:t>leve</a:t>
            </a:r>
            <a:r>
              <a:rPr lang="en-US" sz="2400" dirty="0"/>
              <a:t>, </a:t>
            </a:r>
            <a:r>
              <a:rPr lang="en-US" sz="2400" dirty="0" err="1"/>
              <a:t>versátil</a:t>
            </a:r>
            <a:r>
              <a:rPr lang="en-US" sz="2400" dirty="0"/>
              <a:t>, </a:t>
            </a:r>
            <a:r>
              <a:rPr lang="en-US" sz="2400" dirty="0" err="1"/>
              <a:t>rápida</a:t>
            </a:r>
            <a:r>
              <a:rPr lang="en-US" sz="2400" dirty="0"/>
              <a:t> e </a:t>
            </a:r>
            <a:r>
              <a:rPr lang="en-US" sz="2400" dirty="0" err="1"/>
              <a:t>amigável</a:t>
            </a:r>
            <a:endParaRPr lang="en-US" sz="2400" dirty="0"/>
          </a:p>
          <a:p>
            <a:r>
              <a:rPr lang="pt-BR" sz="2400" dirty="0"/>
              <a:t>Software que gerencia os recursos de </a:t>
            </a:r>
            <a:r>
              <a:rPr lang="pt-BR" sz="2400" i="1" dirty="0"/>
              <a:t>hardware</a:t>
            </a:r>
            <a:r>
              <a:rPr lang="pt-BR" sz="2400" dirty="0"/>
              <a:t> do computador, ao mesmo tempo em que fornece meios para que os demais softwares possam utilizar esses recursos. (TANENBAUM, 2000)</a:t>
            </a:r>
            <a:endParaRPr lang="en-US" sz="2400" dirty="0"/>
          </a:p>
        </p:txBody>
      </p:sp>
      <p:pic>
        <p:nvPicPr>
          <p:cNvPr id="7" name="Imagem 6" descr="O sistema operacional (aqui representado pelo pinguim do Linux, que você verá adiante) permite que você utilize o computador">
            <a:extLst>
              <a:ext uri="{FF2B5EF4-FFF2-40B4-BE49-F238E27FC236}">
                <a16:creationId xmlns:a16="http://schemas.microsoft.com/office/drawing/2014/main" id="{1E6D6EA4-513F-7A0E-D8D5-881A21BF45D7}"/>
              </a:ext>
            </a:extLst>
          </p:cNvPr>
          <p:cNvPicPr>
            <a:picLocks noChangeAspect="1"/>
          </p:cNvPicPr>
          <p:nvPr/>
        </p:nvPicPr>
        <p:blipFill>
          <a:blip r:embed="rId4"/>
          <a:stretch>
            <a:fillRect/>
          </a:stretch>
        </p:blipFill>
        <p:spPr>
          <a:xfrm>
            <a:off x="2351584" y="4130009"/>
            <a:ext cx="7682539" cy="2717460"/>
          </a:xfrm>
          <a:prstGeom prst="rect">
            <a:avLst/>
          </a:prstGeom>
        </p:spPr>
      </p:pic>
    </p:spTree>
    <p:extLst>
      <p:ext uri="{BB962C8B-B14F-4D97-AF65-F5344CB8AC3E}">
        <p14:creationId xmlns:p14="http://schemas.microsoft.com/office/powerpoint/2010/main" val="3848309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2FA851-A865-6734-F3D9-DD570347882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B03F847-F96C-1619-C99B-5906F92B0668}"/>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BECE706E-9CCE-95E7-17A0-A7A3776CD461}"/>
              </a:ext>
            </a:extLst>
          </p:cNvPr>
          <p:cNvSpPr>
            <a:spLocks noGrp="1"/>
          </p:cNvSpPr>
          <p:nvPr>
            <p:ph idx="1"/>
          </p:nvPr>
        </p:nvSpPr>
        <p:spPr/>
        <p:txBody>
          <a:bodyPr>
            <a:normAutofit/>
          </a:bodyPr>
          <a:lstStyle/>
          <a:p>
            <a:r>
              <a:rPr lang="pt-BR" sz="2400" b="1" dirty="0"/>
              <a:t>Se não houvesse OS</a:t>
            </a:r>
            <a:endParaRPr lang="pt-BR" sz="2400" dirty="0"/>
          </a:p>
          <a:p>
            <a:pPr lvl="1"/>
            <a:r>
              <a:rPr lang="pt-BR" dirty="0"/>
              <a:t>programador precisaria construir seus programas em uma linguagem que o </a:t>
            </a:r>
            <a:r>
              <a:rPr lang="pt-BR" i="1" dirty="0"/>
              <a:t>hardware</a:t>
            </a:r>
            <a:r>
              <a:rPr lang="pt-BR" dirty="0"/>
              <a:t> fosse capaz de entender, ou seja, em </a:t>
            </a:r>
            <a:r>
              <a:rPr lang="pt-BR" b="1" dirty="0"/>
              <a:t>linguagem de máquina</a:t>
            </a:r>
            <a:r>
              <a:rPr lang="pt-BR" dirty="0"/>
              <a:t> (sequências de 0 e 1)</a:t>
            </a:r>
          </a:p>
          <a:p>
            <a:pPr lvl="1"/>
            <a:r>
              <a:rPr lang="pt-BR" dirty="0"/>
              <a:t>solicitação de leitura ou escrita de um dado em um arquivo</a:t>
            </a:r>
          </a:p>
          <a:p>
            <a:pPr lvl="2"/>
            <a:r>
              <a:rPr lang="pt-BR" dirty="0"/>
              <a:t>especificar o endereço de bloco a ser lido no HD, o número de setores por trilha, o modo de leitura/gravação a ser utilizado no disco, o tamanho de intervalo entre os setores, o controle do motor responsável pelo giro do disco</a:t>
            </a:r>
          </a:p>
          <a:p>
            <a:r>
              <a:rPr lang="pt-BR" sz="2400" b="1" dirty="0"/>
              <a:t>OS fornece conjunto de comandos chamados de system </a:t>
            </a:r>
            <a:r>
              <a:rPr lang="pt-BR" sz="2400" b="1" dirty="0" err="1"/>
              <a:t>calls</a:t>
            </a:r>
            <a:endParaRPr lang="pt-BR" sz="2400" b="1" dirty="0"/>
          </a:p>
          <a:p>
            <a:r>
              <a:rPr lang="pt-BR" sz="2400" b="1" dirty="0"/>
              <a:t>Além disso o OS também é composto pelo Kernel</a:t>
            </a:r>
            <a:endParaRPr lang="pt-BR" sz="2400" dirty="0"/>
          </a:p>
        </p:txBody>
      </p:sp>
    </p:spTree>
    <p:extLst>
      <p:ext uri="{BB962C8B-B14F-4D97-AF65-F5344CB8AC3E}">
        <p14:creationId xmlns:p14="http://schemas.microsoft.com/office/powerpoint/2010/main" val="3874979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61E8447-1F93-FD70-5D21-321DEC2AE90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EBFC56-814D-E545-9299-AAB1388D1A9E}"/>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3" name="Espaço Reservado para Conteúdo 2">
            <a:extLst>
              <a:ext uri="{FF2B5EF4-FFF2-40B4-BE49-F238E27FC236}">
                <a16:creationId xmlns:a16="http://schemas.microsoft.com/office/drawing/2014/main" id="{F7C8DB6B-9D36-BB8B-2BD1-119B671D093B}"/>
              </a:ext>
            </a:extLst>
          </p:cNvPr>
          <p:cNvSpPr>
            <a:spLocks noGrp="1"/>
          </p:cNvSpPr>
          <p:nvPr>
            <p:ph idx="1"/>
          </p:nvPr>
        </p:nvSpPr>
        <p:spPr>
          <a:xfrm>
            <a:off x="609600" y="1600201"/>
            <a:ext cx="4334272" cy="4525963"/>
          </a:xfrm>
        </p:spPr>
        <p:txBody>
          <a:bodyPr>
            <a:normAutofit/>
          </a:bodyPr>
          <a:lstStyle/>
          <a:p>
            <a:r>
              <a:rPr lang="pt-BR" sz="1400" b="1" dirty="0"/>
              <a:t>Kernel</a:t>
            </a:r>
          </a:p>
          <a:p>
            <a:pPr lvl="1"/>
            <a:r>
              <a:rPr lang="pt-BR" sz="1600" dirty="0"/>
              <a:t>conjunto de rotinas correspondente ao cérebro do sistema operacional</a:t>
            </a:r>
          </a:p>
          <a:p>
            <a:pPr lvl="1"/>
            <a:r>
              <a:rPr lang="pt-BR" sz="1600" dirty="0"/>
              <a:t>gerencia a memória do seu computador, controla os dispositivos de entrada e saída, os arquivos e os demais programas que são executados no computador</a:t>
            </a:r>
            <a:endParaRPr lang="pt-BR" sz="1200" b="1" dirty="0"/>
          </a:p>
          <a:p>
            <a:endParaRPr lang="pt-BR" sz="1200" dirty="0"/>
          </a:p>
          <a:p>
            <a:r>
              <a:rPr lang="pt-BR" sz="1400" b="1" dirty="0"/>
              <a:t>System </a:t>
            </a:r>
            <a:r>
              <a:rPr lang="pt-BR" sz="1400" b="1" dirty="0" err="1"/>
              <a:t>Calls</a:t>
            </a:r>
            <a:endParaRPr lang="pt-BR" sz="1400" b="1" dirty="0"/>
          </a:p>
          <a:p>
            <a:pPr lvl="1"/>
            <a:r>
              <a:rPr lang="pt-BR" sz="1600" dirty="0"/>
              <a:t>mecanismo através do qual usuários (ou aplicações) solicitam os serviços do sistema operacional quando desejarem realizar tarefas envolvendo o acesso aos dispositivos de hardware e aos demais recursos controlados pelo sistema</a:t>
            </a:r>
            <a:endParaRPr lang="pt-BR" sz="1200" b="1" dirty="0"/>
          </a:p>
        </p:txBody>
      </p:sp>
      <p:pic>
        <p:nvPicPr>
          <p:cNvPr id="2" name="Imagem 1" descr="Estrutura do sistema operacional.">
            <a:extLst>
              <a:ext uri="{FF2B5EF4-FFF2-40B4-BE49-F238E27FC236}">
                <a16:creationId xmlns:a16="http://schemas.microsoft.com/office/drawing/2014/main" id="{C640013E-1465-FB6F-47EF-5FE0E30CA3A5}"/>
              </a:ext>
            </a:extLst>
          </p:cNvPr>
          <p:cNvPicPr>
            <a:picLocks noChangeAspect="1"/>
          </p:cNvPicPr>
          <p:nvPr/>
        </p:nvPicPr>
        <p:blipFill>
          <a:blip r:embed="rId4"/>
          <a:stretch>
            <a:fillRect/>
          </a:stretch>
        </p:blipFill>
        <p:spPr>
          <a:xfrm>
            <a:off x="5424380" y="1844824"/>
            <a:ext cx="6821809" cy="3888431"/>
          </a:xfrm>
          <a:prstGeom prst="rect">
            <a:avLst/>
          </a:prstGeom>
        </p:spPr>
      </p:pic>
      <p:sp>
        <p:nvSpPr>
          <p:cNvPr id="4" name="CaixaDeTexto 3">
            <a:extLst>
              <a:ext uri="{FF2B5EF4-FFF2-40B4-BE49-F238E27FC236}">
                <a16:creationId xmlns:a16="http://schemas.microsoft.com/office/drawing/2014/main" id="{C25E476C-D5D1-0368-B53B-95E50D8103AA}"/>
              </a:ext>
            </a:extLst>
          </p:cNvPr>
          <p:cNvSpPr txBox="1"/>
          <p:nvPr/>
        </p:nvSpPr>
        <p:spPr>
          <a:xfrm>
            <a:off x="5735960" y="5849165"/>
            <a:ext cx="4371325" cy="276999"/>
          </a:xfrm>
          <a:prstGeom prst="rect">
            <a:avLst/>
          </a:prstGeom>
          <a:noFill/>
        </p:spPr>
        <p:txBody>
          <a:bodyPr wrap="none" rtlCol="0">
            <a:spAutoFit/>
          </a:bodyPr>
          <a:lstStyle/>
          <a:p>
            <a:r>
              <a:rPr lang="en-US" sz="1200" dirty="0" err="1"/>
              <a:t>Fonte:https</a:t>
            </a:r>
            <a:r>
              <a:rPr lang="en-US" sz="1200" dirty="0"/>
              <a:t>://materialpublic.imd.ufrn.br/</a:t>
            </a:r>
            <a:r>
              <a:rPr lang="en-US" sz="1200" dirty="0" err="1"/>
              <a:t>curso</a:t>
            </a:r>
            <a:r>
              <a:rPr lang="en-US" sz="1200" dirty="0"/>
              <a:t>/</a:t>
            </a:r>
            <a:r>
              <a:rPr lang="en-US" sz="1200" dirty="0" err="1"/>
              <a:t>disciplina</a:t>
            </a:r>
            <a:r>
              <a:rPr lang="en-US" sz="1200" dirty="0"/>
              <a:t>/4/16/1/6</a:t>
            </a:r>
          </a:p>
        </p:txBody>
      </p:sp>
    </p:spTree>
    <p:extLst>
      <p:ext uri="{BB962C8B-B14F-4D97-AF65-F5344CB8AC3E}">
        <p14:creationId xmlns:p14="http://schemas.microsoft.com/office/powerpoint/2010/main" val="24984612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B039B11-C8C3-93AC-04DE-68714D995D5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7597217-3336-11BD-916A-7A4EF0A1839D}"/>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pic>
        <p:nvPicPr>
          <p:cNvPr id="8" name="Imagem 7" descr="kernel">
            <a:extLst>
              <a:ext uri="{FF2B5EF4-FFF2-40B4-BE49-F238E27FC236}">
                <a16:creationId xmlns:a16="http://schemas.microsoft.com/office/drawing/2014/main" id="{F2A6C620-D19D-8866-29E4-A53212204B13}"/>
              </a:ext>
            </a:extLst>
          </p:cNvPr>
          <p:cNvPicPr>
            <a:picLocks noChangeAspect="1"/>
          </p:cNvPicPr>
          <p:nvPr/>
        </p:nvPicPr>
        <p:blipFill>
          <a:blip r:embed="rId4"/>
          <a:stretch>
            <a:fillRect/>
          </a:stretch>
        </p:blipFill>
        <p:spPr>
          <a:xfrm>
            <a:off x="1522715" y="1417638"/>
            <a:ext cx="9146569" cy="4573285"/>
          </a:xfrm>
          <a:prstGeom prst="rect">
            <a:avLst/>
          </a:prstGeom>
        </p:spPr>
      </p:pic>
      <p:sp>
        <p:nvSpPr>
          <p:cNvPr id="9" name="CaixaDeTexto 8">
            <a:extLst>
              <a:ext uri="{FF2B5EF4-FFF2-40B4-BE49-F238E27FC236}">
                <a16:creationId xmlns:a16="http://schemas.microsoft.com/office/drawing/2014/main" id="{F15CD3B8-884E-98F6-DBD2-E6A3DC5848A4}"/>
              </a:ext>
            </a:extLst>
          </p:cNvPr>
          <p:cNvSpPr txBox="1"/>
          <p:nvPr/>
        </p:nvSpPr>
        <p:spPr>
          <a:xfrm>
            <a:off x="119336" y="6010364"/>
            <a:ext cx="11727891" cy="261610"/>
          </a:xfrm>
          <a:prstGeom prst="rect">
            <a:avLst/>
          </a:prstGeom>
          <a:noFill/>
        </p:spPr>
        <p:txBody>
          <a:bodyPr wrap="none" rtlCol="0">
            <a:spAutoFit/>
          </a:bodyPr>
          <a:lstStyle/>
          <a:p>
            <a:r>
              <a:rPr lang="en-US" sz="1100" dirty="0"/>
              <a:t>Fonte: https://www-geeksforgeeks-org.translate.goog/operating-systems/difference-between-microkernel-and-monolithic-kernel/?_x_tr_sl=en&amp;_x_tr_tl=pt&amp;_x_tr_hl=pt&amp;_x_tr_pto=tc&amp;_x_tr_hist=true</a:t>
            </a:r>
          </a:p>
        </p:txBody>
      </p:sp>
    </p:spTree>
    <p:extLst>
      <p:ext uri="{BB962C8B-B14F-4D97-AF65-F5344CB8AC3E}">
        <p14:creationId xmlns:p14="http://schemas.microsoft.com/office/powerpoint/2010/main" val="3594930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5AF6429-A49C-BD7B-090A-D4670072282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4FAB40-FF29-CA80-0A77-F116591A7B20}"/>
              </a:ext>
            </a:extLst>
          </p:cNvPr>
          <p:cNvSpPr>
            <a:spLocks noGrp="1"/>
          </p:cNvSpPr>
          <p:nvPr>
            <p:ph type="title"/>
          </p:nvPr>
        </p:nvSpPr>
        <p:spPr/>
        <p:txBody>
          <a:bodyPr/>
          <a:lstStyle/>
          <a:p>
            <a:r>
              <a:rPr lang="pt-BR" dirty="0">
                <a:solidFill>
                  <a:srgbClr val="1B2874"/>
                </a:solidFill>
              </a:rPr>
              <a:t>Sistemas Operacionais - OS</a:t>
            </a:r>
            <a:endParaRPr lang="en-BE" dirty="0">
              <a:solidFill>
                <a:srgbClr val="1B2874"/>
              </a:solidFill>
            </a:endParaRPr>
          </a:p>
        </p:txBody>
      </p:sp>
      <p:sp>
        <p:nvSpPr>
          <p:cNvPr id="9" name="CaixaDeTexto 8">
            <a:extLst>
              <a:ext uri="{FF2B5EF4-FFF2-40B4-BE49-F238E27FC236}">
                <a16:creationId xmlns:a16="http://schemas.microsoft.com/office/drawing/2014/main" id="{D96C173F-7591-E67C-F231-F594AD177CDC}"/>
              </a:ext>
            </a:extLst>
          </p:cNvPr>
          <p:cNvSpPr txBox="1"/>
          <p:nvPr/>
        </p:nvSpPr>
        <p:spPr>
          <a:xfrm>
            <a:off x="609558" y="5178762"/>
            <a:ext cx="4065537" cy="261610"/>
          </a:xfrm>
          <a:prstGeom prst="rect">
            <a:avLst/>
          </a:prstGeom>
          <a:noFill/>
        </p:spPr>
        <p:txBody>
          <a:bodyPr wrap="none" rtlCol="0">
            <a:spAutoFit/>
          </a:bodyPr>
          <a:lstStyle/>
          <a:p>
            <a:r>
              <a:rPr lang="en-US" sz="1100" dirty="0"/>
              <a:t>Fonte: https://materialpublic.imd.ufrn.br/curso/disciplina/4/16/2/2</a:t>
            </a:r>
          </a:p>
        </p:txBody>
      </p:sp>
      <p:pic>
        <p:nvPicPr>
          <p:cNvPr id="3" name="Imagem 2">
            <a:extLst>
              <a:ext uri="{FF2B5EF4-FFF2-40B4-BE49-F238E27FC236}">
                <a16:creationId xmlns:a16="http://schemas.microsoft.com/office/drawing/2014/main" id="{5A71CF85-6435-4ADC-B6B3-B64AAE066774}"/>
              </a:ext>
            </a:extLst>
          </p:cNvPr>
          <p:cNvPicPr>
            <a:picLocks noChangeAspect="1"/>
          </p:cNvPicPr>
          <p:nvPr/>
        </p:nvPicPr>
        <p:blipFill>
          <a:blip r:embed="rId4"/>
          <a:stretch>
            <a:fillRect/>
          </a:stretch>
        </p:blipFill>
        <p:spPr>
          <a:xfrm>
            <a:off x="119336" y="1688960"/>
            <a:ext cx="11782558" cy="3480080"/>
          </a:xfrm>
          <a:prstGeom prst="rect">
            <a:avLst/>
          </a:prstGeom>
        </p:spPr>
      </p:pic>
    </p:spTree>
    <p:extLst>
      <p:ext uri="{BB962C8B-B14F-4D97-AF65-F5344CB8AC3E}">
        <p14:creationId xmlns:p14="http://schemas.microsoft.com/office/powerpoint/2010/main" val="1527896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CEE189A-078C-E282-3A55-8BCBBFBA309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DFD1EFC-020C-3F3A-D2B8-33F1CE18F156}"/>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0341C777-80A8-4916-7236-AC4B420B41AF}"/>
              </a:ext>
            </a:extLst>
          </p:cNvPr>
          <p:cNvSpPr>
            <a:spLocks noGrp="1"/>
          </p:cNvSpPr>
          <p:nvPr>
            <p:ph idx="1"/>
          </p:nvPr>
        </p:nvSpPr>
        <p:spPr>
          <a:xfrm>
            <a:off x="609600" y="1600201"/>
            <a:ext cx="10972800" cy="820687"/>
          </a:xfrm>
        </p:spPr>
        <p:txBody>
          <a:bodyPr>
            <a:normAutofit fontScale="47500" lnSpcReduction="20000"/>
          </a:bodyPr>
          <a:lstStyle/>
          <a:p>
            <a:r>
              <a:rPr lang="en-US" dirty="0" err="1"/>
              <a:t>Qualquer</a:t>
            </a:r>
            <a:r>
              <a:rPr lang="en-US" dirty="0"/>
              <a:t> OS </a:t>
            </a:r>
            <a:r>
              <a:rPr lang="en-US" dirty="0" err="1"/>
              <a:t>que</a:t>
            </a:r>
            <a:r>
              <a:rPr lang="en-US" dirty="0"/>
              <a:t> utilize o </a:t>
            </a:r>
            <a:r>
              <a:rPr lang="en-US" dirty="0" err="1"/>
              <a:t>núcleo</a:t>
            </a:r>
            <a:r>
              <a:rPr lang="en-US" dirty="0"/>
              <a:t> Linux (kernel)</a:t>
            </a:r>
          </a:p>
          <a:p>
            <a:r>
              <a:rPr lang="en-US" dirty="0" err="1"/>
              <a:t>Gratuíto</a:t>
            </a:r>
            <a:r>
              <a:rPr lang="en-US" dirty="0"/>
              <a:t>, </a:t>
            </a:r>
            <a:r>
              <a:rPr lang="en-US" dirty="0" err="1"/>
              <a:t>densenvolvido</a:t>
            </a:r>
            <a:r>
              <a:rPr lang="en-US" dirty="0"/>
              <a:t> </a:t>
            </a:r>
            <a:r>
              <a:rPr lang="en-US" dirty="0" err="1"/>
              <a:t>desde</a:t>
            </a:r>
            <a:r>
              <a:rPr lang="en-US" dirty="0"/>
              <a:t> 1991 </a:t>
            </a:r>
            <a:r>
              <a:rPr lang="en-US" dirty="0" err="1"/>
              <a:t>por</a:t>
            </a:r>
            <a:r>
              <a:rPr lang="en-US" dirty="0"/>
              <a:t> um </a:t>
            </a:r>
            <a:r>
              <a:rPr lang="en-US" dirty="0" err="1"/>
              <a:t>finlandês</a:t>
            </a:r>
            <a:r>
              <a:rPr lang="en-US" dirty="0"/>
              <a:t> (21) </a:t>
            </a:r>
            <a:r>
              <a:rPr lang="en-US" dirty="0" err="1"/>
              <a:t>chamado</a:t>
            </a:r>
            <a:r>
              <a:rPr lang="en-US" dirty="0"/>
              <a:t> </a:t>
            </a:r>
            <a:r>
              <a:rPr lang="pt-BR" dirty="0"/>
              <a:t>Linus Torvalds</a:t>
            </a:r>
            <a:endParaRPr lang="en-US" dirty="0"/>
          </a:p>
          <a:p>
            <a:r>
              <a:rPr lang="en-US" dirty="0" err="1"/>
              <a:t>Distribuições</a:t>
            </a:r>
            <a:r>
              <a:rPr lang="en-US" dirty="0"/>
              <a:t> (flavors): conjunto de </a:t>
            </a:r>
            <a:r>
              <a:rPr lang="en-US" dirty="0" err="1"/>
              <a:t>aplicativos</a:t>
            </a:r>
            <a:r>
              <a:rPr lang="en-US" dirty="0"/>
              <a:t> </a:t>
            </a:r>
            <a:r>
              <a:rPr lang="en-US" dirty="0" err="1"/>
              <a:t>mais</a:t>
            </a:r>
            <a:r>
              <a:rPr lang="en-US" dirty="0"/>
              <a:t> o kernel</a:t>
            </a:r>
          </a:p>
        </p:txBody>
      </p:sp>
      <p:pic>
        <p:nvPicPr>
          <p:cNvPr id="4" name="Imagem 3" descr="Existe a melhor distro de Linux?">
            <a:extLst>
              <a:ext uri="{FF2B5EF4-FFF2-40B4-BE49-F238E27FC236}">
                <a16:creationId xmlns:a16="http://schemas.microsoft.com/office/drawing/2014/main" id="{EC31A26F-BB55-FF33-2D1C-0F53ADF331F4}"/>
              </a:ext>
            </a:extLst>
          </p:cNvPr>
          <p:cNvPicPr>
            <a:picLocks noChangeAspect="1"/>
          </p:cNvPicPr>
          <p:nvPr/>
        </p:nvPicPr>
        <p:blipFill>
          <a:blip r:embed="rId4"/>
          <a:stretch>
            <a:fillRect/>
          </a:stretch>
        </p:blipFill>
        <p:spPr>
          <a:xfrm>
            <a:off x="634995" y="2704146"/>
            <a:ext cx="7776864" cy="3888433"/>
          </a:xfrm>
          <a:prstGeom prst="rect">
            <a:avLst/>
          </a:prstGeom>
        </p:spPr>
      </p:pic>
      <p:pic>
        <p:nvPicPr>
          <p:cNvPr id="6" name="Imagem 5" descr="Linus Torvalds | Biography, Linux, &amp; Facts | Britannica">
            <a:extLst>
              <a:ext uri="{FF2B5EF4-FFF2-40B4-BE49-F238E27FC236}">
                <a16:creationId xmlns:a16="http://schemas.microsoft.com/office/drawing/2014/main" id="{04D71DE0-60A3-8C1E-ADD7-549E55473CF3}"/>
              </a:ext>
            </a:extLst>
          </p:cNvPr>
          <p:cNvPicPr>
            <a:picLocks noChangeAspect="1"/>
          </p:cNvPicPr>
          <p:nvPr/>
        </p:nvPicPr>
        <p:blipFill>
          <a:blip r:embed="rId5"/>
          <a:stretch>
            <a:fillRect/>
          </a:stretch>
        </p:blipFill>
        <p:spPr>
          <a:xfrm>
            <a:off x="9327351" y="1700808"/>
            <a:ext cx="2229654" cy="3318554"/>
          </a:xfrm>
          <a:prstGeom prst="rect">
            <a:avLst/>
          </a:prstGeom>
        </p:spPr>
      </p:pic>
      <p:sp>
        <p:nvSpPr>
          <p:cNvPr id="7" name="CaixaDeTexto 6">
            <a:extLst>
              <a:ext uri="{FF2B5EF4-FFF2-40B4-BE49-F238E27FC236}">
                <a16:creationId xmlns:a16="http://schemas.microsoft.com/office/drawing/2014/main" id="{BFF7BD0A-BF70-344B-4463-862156FEA99E}"/>
              </a:ext>
            </a:extLst>
          </p:cNvPr>
          <p:cNvSpPr txBox="1"/>
          <p:nvPr/>
        </p:nvSpPr>
        <p:spPr>
          <a:xfrm>
            <a:off x="9695499" y="5126646"/>
            <a:ext cx="1493358" cy="369332"/>
          </a:xfrm>
          <a:prstGeom prst="rect">
            <a:avLst/>
          </a:prstGeom>
          <a:noFill/>
        </p:spPr>
        <p:txBody>
          <a:bodyPr wrap="none" rtlCol="0">
            <a:spAutoFit/>
          </a:bodyPr>
          <a:lstStyle/>
          <a:p>
            <a:r>
              <a:rPr lang="pt-BR"/>
              <a:t>Linus Torvalds</a:t>
            </a:r>
            <a:endParaRPr lang="en-US"/>
          </a:p>
        </p:txBody>
      </p:sp>
    </p:spTree>
    <p:extLst>
      <p:ext uri="{BB962C8B-B14F-4D97-AF65-F5344CB8AC3E}">
        <p14:creationId xmlns:p14="http://schemas.microsoft.com/office/powerpoint/2010/main" val="21032529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B152F205-69DE-20C3-02B2-B92BBCEA1A4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8EE8CE5-B0F6-D37A-2781-038138C3893A}"/>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ADCF531E-5557-2D66-C985-AC7C931B5FD0}"/>
              </a:ext>
            </a:extLst>
          </p:cNvPr>
          <p:cNvSpPr>
            <a:spLocks noGrp="1"/>
          </p:cNvSpPr>
          <p:nvPr>
            <p:ph idx="1"/>
          </p:nvPr>
        </p:nvSpPr>
        <p:spPr>
          <a:xfrm>
            <a:off x="609600" y="1600201"/>
            <a:ext cx="10972800" cy="820687"/>
          </a:xfrm>
        </p:spPr>
        <p:txBody>
          <a:bodyPr>
            <a:normAutofit/>
          </a:bodyPr>
          <a:lstStyle/>
          <a:p>
            <a:r>
              <a:rPr lang="pt-BR" dirty="0"/>
              <a:t>Ambientes Interativos</a:t>
            </a:r>
            <a:endParaRPr lang="en-US" dirty="0"/>
          </a:p>
        </p:txBody>
      </p:sp>
      <p:pic>
        <p:nvPicPr>
          <p:cNvPr id="3" name="Imagem 2" descr="Ambiente gráfico KDE">
            <a:extLst>
              <a:ext uri="{FF2B5EF4-FFF2-40B4-BE49-F238E27FC236}">
                <a16:creationId xmlns:a16="http://schemas.microsoft.com/office/drawing/2014/main" id="{DB3A5733-BC06-CC67-9DD1-0A9631E55F0B}"/>
              </a:ext>
            </a:extLst>
          </p:cNvPr>
          <p:cNvPicPr>
            <a:picLocks noChangeAspect="1"/>
          </p:cNvPicPr>
          <p:nvPr/>
        </p:nvPicPr>
        <p:blipFill>
          <a:blip r:embed="rId4"/>
          <a:stretch>
            <a:fillRect/>
          </a:stretch>
        </p:blipFill>
        <p:spPr>
          <a:xfrm>
            <a:off x="263352" y="2372556"/>
            <a:ext cx="3515682" cy="2646806"/>
          </a:xfrm>
          <a:prstGeom prst="rect">
            <a:avLst/>
          </a:prstGeom>
        </p:spPr>
      </p:pic>
      <p:sp>
        <p:nvSpPr>
          <p:cNvPr id="8" name="CaixaDeTexto 7">
            <a:extLst>
              <a:ext uri="{FF2B5EF4-FFF2-40B4-BE49-F238E27FC236}">
                <a16:creationId xmlns:a16="http://schemas.microsoft.com/office/drawing/2014/main" id="{5A7DF0BD-BE6E-4238-81C9-59E285B1AEA5}"/>
              </a:ext>
            </a:extLst>
          </p:cNvPr>
          <p:cNvSpPr txBox="1"/>
          <p:nvPr/>
        </p:nvSpPr>
        <p:spPr>
          <a:xfrm>
            <a:off x="1779594" y="5247445"/>
            <a:ext cx="559769" cy="369332"/>
          </a:xfrm>
          <a:prstGeom prst="rect">
            <a:avLst/>
          </a:prstGeom>
          <a:noFill/>
        </p:spPr>
        <p:txBody>
          <a:bodyPr wrap="none" rtlCol="0">
            <a:spAutoFit/>
          </a:bodyPr>
          <a:lstStyle/>
          <a:p>
            <a:r>
              <a:rPr lang="en-US" dirty="0"/>
              <a:t>KDE</a:t>
            </a:r>
          </a:p>
        </p:txBody>
      </p:sp>
      <p:sp>
        <p:nvSpPr>
          <p:cNvPr id="11" name="CaixaDeTexto 10">
            <a:extLst>
              <a:ext uri="{FF2B5EF4-FFF2-40B4-BE49-F238E27FC236}">
                <a16:creationId xmlns:a16="http://schemas.microsoft.com/office/drawing/2014/main" id="{BCCE1830-89F8-B591-AD01-A7A17C8E04FF}"/>
              </a:ext>
            </a:extLst>
          </p:cNvPr>
          <p:cNvSpPr txBox="1"/>
          <p:nvPr/>
        </p:nvSpPr>
        <p:spPr>
          <a:xfrm>
            <a:off x="5625358" y="5247445"/>
            <a:ext cx="941283" cy="369332"/>
          </a:xfrm>
          <a:prstGeom prst="rect">
            <a:avLst/>
          </a:prstGeom>
          <a:noFill/>
        </p:spPr>
        <p:txBody>
          <a:bodyPr wrap="none" rtlCol="0">
            <a:spAutoFit/>
          </a:bodyPr>
          <a:lstStyle/>
          <a:p>
            <a:r>
              <a:rPr lang="en-US" dirty="0"/>
              <a:t>GNOME</a:t>
            </a:r>
          </a:p>
        </p:txBody>
      </p:sp>
      <p:pic>
        <p:nvPicPr>
          <p:cNvPr id="12" name="Imagem 11" descr="What Makes GNOME So Appealing? - The New Stack">
            <a:extLst>
              <a:ext uri="{FF2B5EF4-FFF2-40B4-BE49-F238E27FC236}">
                <a16:creationId xmlns:a16="http://schemas.microsoft.com/office/drawing/2014/main" id="{F2219F23-ECB0-FF34-081E-9CCF60D04B2A}"/>
              </a:ext>
            </a:extLst>
          </p:cNvPr>
          <p:cNvPicPr>
            <a:picLocks noChangeAspect="1"/>
          </p:cNvPicPr>
          <p:nvPr/>
        </p:nvPicPr>
        <p:blipFill>
          <a:blip r:embed="rId5"/>
          <a:stretch>
            <a:fillRect/>
          </a:stretch>
        </p:blipFill>
        <p:spPr>
          <a:xfrm>
            <a:off x="3959156" y="2372556"/>
            <a:ext cx="4032448" cy="2646806"/>
          </a:xfrm>
          <a:prstGeom prst="rect">
            <a:avLst/>
          </a:prstGeom>
        </p:spPr>
      </p:pic>
      <p:pic>
        <p:nvPicPr>
          <p:cNvPr id="13" name="Imagem 12" descr="Linux shell - Guia Rápido">
            <a:extLst>
              <a:ext uri="{FF2B5EF4-FFF2-40B4-BE49-F238E27FC236}">
                <a16:creationId xmlns:a16="http://schemas.microsoft.com/office/drawing/2014/main" id="{3DEDB40A-F224-5383-4D1A-6DB79F649C61}"/>
              </a:ext>
            </a:extLst>
          </p:cNvPr>
          <p:cNvPicPr>
            <a:picLocks noChangeAspect="1"/>
          </p:cNvPicPr>
          <p:nvPr/>
        </p:nvPicPr>
        <p:blipFill>
          <a:blip r:embed="rId6"/>
          <a:stretch>
            <a:fillRect/>
          </a:stretch>
        </p:blipFill>
        <p:spPr>
          <a:xfrm>
            <a:off x="8174040" y="2372556"/>
            <a:ext cx="3930107" cy="2646806"/>
          </a:xfrm>
          <a:prstGeom prst="rect">
            <a:avLst/>
          </a:prstGeom>
        </p:spPr>
      </p:pic>
      <p:sp>
        <p:nvSpPr>
          <p:cNvPr id="15" name="CaixaDeTexto 14">
            <a:extLst>
              <a:ext uri="{FF2B5EF4-FFF2-40B4-BE49-F238E27FC236}">
                <a16:creationId xmlns:a16="http://schemas.microsoft.com/office/drawing/2014/main" id="{48DED272-0653-5ED0-18CE-295B206927F6}"/>
              </a:ext>
            </a:extLst>
          </p:cNvPr>
          <p:cNvSpPr txBox="1"/>
          <p:nvPr/>
        </p:nvSpPr>
        <p:spPr>
          <a:xfrm>
            <a:off x="9707045" y="5247445"/>
            <a:ext cx="864096" cy="369332"/>
          </a:xfrm>
          <a:prstGeom prst="rect">
            <a:avLst/>
          </a:prstGeom>
          <a:noFill/>
        </p:spPr>
        <p:txBody>
          <a:bodyPr wrap="square">
            <a:spAutoFit/>
          </a:bodyPr>
          <a:lstStyle/>
          <a:p>
            <a:r>
              <a:rPr lang="en-US" sz="1800" dirty="0"/>
              <a:t>SHELL</a:t>
            </a:r>
          </a:p>
        </p:txBody>
      </p:sp>
    </p:spTree>
    <p:extLst>
      <p:ext uri="{BB962C8B-B14F-4D97-AF65-F5344CB8AC3E}">
        <p14:creationId xmlns:p14="http://schemas.microsoft.com/office/powerpoint/2010/main" val="811697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3FBB303-B75A-F528-BF13-3CE856F73E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3D79884-C729-763C-773A-6AD8747F149D}"/>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4B5BE6D3-33CE-D852-5D99-319C0D521108}"/>
              </a:ext>
            </a:extLst>
          </p:cNvPr>
          <p:cNvSpPr>
            <a:spLocks noGrp="1"/>
          </p:cNvSpPr>
          <p:nvPr>
            <p:ph idx="1"/>
          </p:nvPr>
        </p:nvSpPr>
        <p:spPr/>
        <p:txBody>
          <a:bodyPr>
            <a:normAutofit fontScale="77500" lnSpcReduction="20000"/>
          </a:bodyPr>
          <a:lstStyle/>
          <a:p>
            <a:r>
              <a:rPr lang="pt-BR" b="1" dirty="0"/>
              <a:t>Principais Vantagens do Linux</a:t>
            </a:r>
          </a:p>
          <a:p>
            <a:pPr lvl="1"/>
            <a:r>
              <a:rPr lang="pt-BR" b="1" dirty="0"/>
              <a:t>Compatibilidade de Ferramentas:</a:t>
            </a:r>
            <a:r>
              <a:rPr lang="pt-BR" dirty="0"/>
              <a:t> A grande maioria dos softwares de bioinformática (como BLAST, BWA, </a:t>
            </a:r>
            <a:r>
              <a:rPr lang="pt-BR" dirty="0" err="1"/>
              <a:t>Bowtie</a:t>
            </a:r>
            <a:r>
              <a:rPr lang="pt-BR" dirty="0"/>
              <a:t>) funciona apenas ou melhor em sistemas Unix/Linux.</a:t>
            </a:r>
          </a:p>
          <a:p>
            <a:pPr lvl="1"/>
            <a:r>
              <a:rPr lang="pt-BR" b="1" dirty="0"/>
              <a:t>Processamento de Grandes Volumes:</a:t>
            </a:r>
            <a:r>
              <a:rPr lang="pt-BR" dirty="0"/>
              <a:t> Arquivos de sequenciamento (FASTQ, BAM) são gigantescos. O Linux lida com eles de forma eficiente sem travar a interface gráfica.</a:t>
            </a:r>
          </a:p>
          <a:p>
            <a:pPr lvl="1"/>
            <a:r>
              <a:rPr lang="pt-BR" b="1" dirty="0"/>
              <a:t>Uso de Servidores e Clusters (HPC):</a:t>
            </a:r>
            <a:r>
              <a:rPr lang="pt-BR" dirty="0"/>
              <a:t> Supercomputadores e ambientes de nuvem usados para rodar análises pesadas rodam quase sempre com Linux via linha de comando (SSH). </a:t>
            </a:r>
          </a:p>
          <a:p>
            <a:pPr lvl="1"/>
            <a:r>
              <a:rPr lang="pt-BR" b="1" dirty="0"/>
              <a:t>Automação e Repetibilidade:</a:t>
            </a:r>
            <a:r>
              <a:rPr lang="pt-BR" dirty="0"/>
              <a:t> Permite criar scripts em </a:t>
            </a:r>
            <a:r>
              <a:rPr lang="pt-BR" dirty="0" err="1"/>
              <a:t>Bash</a:t>
            </a:r>
            <a:r>
              <a:rPr lang="pt-BR" dirty="0"/>
              <a:t>, Python ou R para automatizar etapas repetitivas de análises complexas.</a:t>
            </a:r>
          </a:p>
          <a:p>
            <a:pPr lvl="1"/>
            <a:r>
              <a:rPr lang="pt-BR" b="1" dirty="0"/>
              <a:t>Custo Zero e Código Aberto:</a:t>
            </a:r>
            <a:r>
              <a:rPr lang="pt-BR" dirty="0"/>
              <a:t> O sistema é gratuito, altamente customizável e transparente.</a:t>
            </a:r>
          </a:p>
        </p:txBody>
      </p:sp>
    </p:spTree>
    <p:extLst>
      <p:ext uri="{BB962C8B-B14F-4D97-AF65-F5344CB8AC3E}">
        <p14:creationId xmlns:p14="http://schemas.microsoft.com/office/powerpoint/2010/main" val="35725277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D524A9C8-988C-B9D9-59D3-0768A264DF4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E42D742-47DB-6391-3E1C-CE2C4EB91B81}"/>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9" name="CaixaDeTexto 8">
            <a:extLst>
              <a:ext uri="{FF2B5EF4-FFF2-40B4-BE49-F238E27FC236}">
                <a16:creationId xmlns:a16="http://schemas.microsoft.com/office/drawing/2014/main" id="{53486F26-7A83-D39D-8231-C49CC548DCA3}"/>
              </a:ext>
            </a:extLst>
          </p:cNvPr>
          <p:cNvSpPr txBox="1"/>
          <p:nvPr/>
        </p:nvSpPr>
        <p:spPr>
          <a:xfrm>
            <a:off x="3940360" y="5949280"/>
            <a:ext cx="4065537" cy="261610"/>
          </a:xfrm>
          <a:prstGeom prst="rect">
            <a:avLst/>
          </a:prstGeom>
          <a:noFill/>
        </p:spPr>
        <p:txBody>
          <a:bodyPr wrap="none" rtlCol="0">
            <a:spAutoFit/>
          </a:bodyPr>
          <a:lstStyle/>
          <a:p>
            <a:r>
              <a:rPr lang="en-US" sz="1100" dirty="0"/>
              <a:t>Fonte: https://materialpublic.imd.ufrn.br/curso/disciplina/4/16/2/2</a:t>
            </a:r>
          </a:p>
        </p:txBody>
      </p:sp>
      <p:pic>
        <p:nvPicPr>
          <p:cNvPr id="2" name="Imagem 1" descr="Árvore de diretórios">
            <a:extLst>
              <a:ext uri="{FF2B5EF4-FFF2-40B4-BE49-F238E27FC236}">
                <a16:creationId xmlns:a16="http://schemas.microsoft.com/office/drawing/2014/main" id="{AF8F2965-AF41-9188-AF38-EB37C629EC80}"/>
              </a:ext>
            </a:extLst>
          </p:cNvPr>
          <p:cNvPicPr>
            <a:picLocks noChangeAspect="1"/>
          </p:cNvPicPr>
          <p:nvPr/>
        </p:nvPicPr>
        <p:blipFill>
          <a:blip r:embed="rId4"/>
          <a:stretch>
            <a:fillRect/>
          </a:stretch>
        </p:blipFill>
        <p:spPr>
          <a:xfrm>
            <a:off x="4583608" y="1425699"/>
            <a:ext cx="2779042" cy="4376445"/>
          </a:xfrm>
          <a:prstGeom prst="rect">
            <a:avLst/>
          </a:prstGeom>
        </p:spPr>
      </p:pic>
    </p:spTree>
    <p:extLst>
      <p:ext uri="{BB962C8B-B14F-4D97-AF65-F5344CB8AC3E}">
        <p14:creationId xmlns:p14="http://schemas.microsoft.com/office/powerpoint/2010/main" val="11739415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702BDFE-9774-2B9D-0A29-894F8CF3F69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F29C47A-A968-3B08-5AC5-C36E4012F621}"/>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pic>
        <p:nvPicPr>
          <p:cNvPr id="6" name="Imagem 5" descr="Estrutura de diretórios Linux">
            <a:extLst>
              <a:ext uri="{FF2B5EF4-FFF2-40B4-BE49-F238E27FC236}">
                <a16:creationId xmlns:a16="http://schemas.microsoft.com/office/drawing/2014/main" id="{646D32DD-B904-BBCE-983B-7A192A681B96}"/>
              </a:ext>
            </a:extLst>
          </p:cNvPr>
          <p:cNvPicPr>
            <a:picLocks noChangeAspect="1"/>
          </p:cNvPicPr>
          <p:nvPr/>
        </p:nvPicPr>
        <p:blipFill>
          <a:blip r:embed="rId4"/>
          <a:stretch>
            <a:fillRect/>
          </a:stretch>
        </p:blipFill>
        <p:spPr>
          <a:xfrm>
            <a:off x="2017142" y="1556792"/>
            <a:ext cx="8157716" cy="3520698"/>
          </a:xfrm>
          <a:prstGeom prst="rect">
            <a:avLst/>
          </a:prstGeom>
        </p:spPr>
      </p:pic>
      <p:sp>
        <p:nvSpPr>
          <p:cNvPr id="7" name="CaixaDeTexto 6">
            <a:extLst>
              <a:ext uri="{FF2B5EF4-FFF2-40B4-BE49-F238E27FC236}">
                <a16:creationId xmlns:a16="http://schemas.microsoft.com/office/drawing/2014/main" id="{1DBF8315-A2D4-FE76-5750-978646035076}"/>
              </a:ext>
            </a:extLst>
          </p:cNvPr>
          <p:cNvSpPr txBox="1"/>
          <p:nvPr/>
        </p:nvSpPr>
        <p:spPr>
          <a:xfrm>
            <a:off x="3143672" y="5301208"/>
            <a:ext cx="6535956" cy="369332"/>
          </a:xfrm>
          <a:prstGeom prst="rect">
            <a:avLst/>
          </a:prstGeom>
          <a:noFill/>
        </p:spPr>
        <p:txBody>
          <a:bodyPr wrap="none" rtlCol="0">
            <a:spAutoFit/>
          </a:bodyPr>
          <a:lstStyle/>
          <a:p>
            <a:r>
              <a:rPr lang="en-US" dirty="0"/>
              <a:t>Fonte: https://materialpublic.imd.ufrn.br/curso/disciplina/4/16/4/4</a:t>
            </a:r>
          </a:p>
        </p:txBody>
      </p:sp>
    </p:spTree>
    <p:extLst>
      <p:ext uri="{BB962C8B-B14F-4D97-AF65-F5344CB8AC3E}">
        <p14:creationId xmlns:p14="http://schemas.microsoft.com/office/powerpoint/2010/main" val="16711914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20BA7D6-A43B-9DFB-C5AA-84C274D0E0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E71A939-ED16-CF21-C411-60D8C771D5BF}"/>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sp>
        <p:nvSpPr>
          <p:cNvPr id="2" name="Espaço Reservado para Conteúdo 1">
            <a:extLst>
              <a:ext uri="{FF2B5EF4-FFF2-40B4-BE49-F238E27FC236}">
                <a16:creationId xmlns:a16="http://schemas.microsoft.com/office/drawing/2014/main" id="{B6720635-6507-F90A-2F1D-F4EBBDF30AA2}"/>
              </a:ext>
            </a:extLst>
          </p:cNvPr>
          <p:cNvSpPr>
            <a:spLocks noGrp="1"/>
          </p:cNvSpPr>
          <p:nvPr>
            <p:ph idx="1"/>
          </p:nvPr>
        </p:nvSpPr>
        <p:spPr/>
        <p:txBody>
          <a:bodyPr>
            <a:normAutofit fontScale="47500" lnSpcReduction="20000"/>
          </a:bodyPr>
          <a:lstStyle/>
          <a:p>
            <a:r>
              <a:rPr lang="pt-BR" b="1" dirty="0"/>
              <a:t>/</a:t>
            </a:r>
            <a:r>
              <a:rPr lang="pt-BR" dirty="0"/>
              <a:t>: Diretório raiz – esse é o diretório principal do sistema. Dentro dele estão todos os diretórios do sistema.</a:t>
            </a:r>
          </a:p>
          <a:p>
            <a:r>
              <a:rPr lang="pt-BR" b="1" dirty="0"/>
              <a:t>/bin</a:t>
            </a:r>
            <a:r>
              <a:rPr lang="pt-BR" dirty="0"/>
              <a:t>: Contém arquivos – programas do sistema – que são usados com frequência pelos usuários.</a:t>
            </a:r>
          </a:p>
          <a:p>
            <a:r>
              <a:rPr lang="pt-BR" b="1" dirty="0"/>
              <a:t>/boot</a:t>
            </a:r>
            <a:r>
              <a:rPr lang="pt-BR" dirty="0"/>
              <a:t>: Contém arquivos necessários para a inicialização do sistema.</a:t>
            </a:r>
          </a:p>
          <a:p>
            <a:r>
              <a:rPr lang="pt-BR" b="1" dirty="0"/>
              <a:t>/</a:t>
            </a:r>
            <a:r>
              <a:rPr lang="pt-BR" b="1" dirty="0" err="1"/>
              <a:t>dev</a:t>
            </a:r>
            <a:r>
              <a:rPr lang="pt-BR" dirty="0"/>
              <a:t>: Contém arquivos usados para acessar dispositivos (periféricos) existentes no computador.</a:t>
            </a:r>
          </a:p>
          <a:p>
            <a:r>
              <a:rPr lang="pt-BR" b="1" dirty="0"/>
              <a:t>/</a:t>
            </a:r>
            <a:r>
              <a:rPr lang="pt-BR" b="1" dirty="0" err="1"/>
              <a:t>etc</a:t>
            </a:r>
            <a:r>
              <a:rPr lang="pt-BR" dirty="0"/>
              <a:t>: Arquivos de configuração de seu computador local.</a:t>
            </a:r>
          </a:p>
          <a:p>
            <a:r>
              <a:rPr lang="pt-BR" b="1" dirty="0"/>
              <a:t>/home</a:t>
            </a:r>
            <a:r>
              <a:rPr lang="pt-BR" dirty="0"/>
              <a:t>: Diretórios contendo os arquivos dos usuários.</a:t>
            </a:r>
          </a:p>
          <a:p>
            <a:r>
              <a:rPr lang="pt-BR" b="1" dirty="0"/>
              <a:t>/</a:t>
            </a:r>
            <a:r>
              <a:rPr lang="pt-BR" b="1" dirty="0" err="1"/>
              <a:t>lib</a:t>
            </a:r>
            <a:r>
              <a:rPr lang="pt-BR" dirty="0"/>
              <a:t>: Bibliotecas compartilhadas pelos programas do sistema e módulos do kernel.</a:t>
            </a:r>
          </a:p>
          <a:p>
            <a:r>
              <a:rPr lang="pt-BR" b="1" dirty="0"/>
              <a:t>/</a:t>
            </a:r>
            <a:r>
              <a:rPr lang="pt-BR" b="1" dirty="0" err="1"/>
              <a:t>mnt</a:t>
            </a:r>
            <a:r>
              <a:rPr lang="pt-BR" dirty="0" err="1"/>
              <a:t>:Diretório</a:t>
            </a:r>
            <a:r>
              <a:rPr lang="pt-BR" dirty="0"/>
              <a:t> de montagem de dispositivos.</a:t>
            </a:r>
          </a:p>
          <a:p>
            <a:r>
              <a:rPr lang="pt-BR" b="1" dirty="0"/>
              <a:t>/root</a:t>
            </a:r>
            <a:r>
              <a:rPr lang="pt-BR" dirty="0"/>
              <a:t>: Diretório do usuário root (administrador do sistema).</a:t>
            </a:r>
          </a:p>
          <a:p>
            <a:r>
              <a:rPr lang="pt-BR" b="1" dirty="0"/>
              <a:t>/</a:t>
            </a:r>
            <a:r>
              <a:rPr lang="pt-BR" b="1" dirty="0" err="1"/>
              <a:t>sbin</a:t>
            </a:r>
            <a:r>
              <a:rPr lang="pt-BR" dirty="0"/>
              <a:t>: Diretório de programas usados pelo administrador de sistemas (root) para administração e controle do funcionamento do sistema.</a:t>
            </a:r>
          </a:p>
          <a:p>
            <a:r>
              <a:rPr lang="pt-BR" b="1" dirty="0"/>
              <a:t>/tmp</a:t>
            </a:r>
            <a:r>
              <a:rPr lang="pt-BR" dirty="0"/>
              <a:t>: Diretório para armazenamento de arquivos temporários criados por programas.</a:t>
            </a:r>
          </a:p>
          <a:p>
            <a:r>
              <a:rPr lang="pt-BR" b="1" dirty="0"/>
              <a:t>/</a:t>
            </a:r>
            <a:r>
              <a:rPr lang="pt-BR" b="1" dirty="0" err="1"/>
              <a:t>usr</a:t>
            </a:r>
            <a:r>
              <a:rPr lang="pt-BR" dirty="0"/>
              <a:t>: Contém a maior parte de seus programas. Normalmente, acessível somente para leitura.</a:t>
            </a:r>
          </a:p>
          <a:p>
            <a:r>
              <a:rPr lang="pt-BR" b="1" dirty="0"/>
              <a:t>/var</a:t>
            </a:r>
            <a:r>
              <a:rPr lang="pt-BR" dirty="0"/>
              <a:t>: Contém a maior parte dos arquivos que são gravados com frequência pelos programas do sistema.</a:t>
            </a:r>
          </a:p>
          <a:p>
            <a:r>
              <a:rPr lang="pt-BR" b="1" dirty="0"/>
              <a:t>/</a:t>
            </a:r>
            <a:r>
              <a:rPr lang="pt-BR" b="1" dirty="0" err="1"/>
              <a:t>proc</a:t>
            </a:r>
            <a:r>
              <a:rPr lang="pt-BR" dirty="0"/>
              <a:t>: Arquivos de sistema virtuais que documentam o kernel e o estado de processamento em arquivos de texto.</a:t>
            </a:r>
          </a:p>
          <a:p>
            <a:r>
              <a:rPr lang="pt-BR" b="1" dirty="0"/>
              <a:t>/media</a:t>
            </a:r>
            <a:r>
              <a:rPr lang="pt-BR" dirty="0"/>
              <a:t>: Ponto de montagem para mídias removíveis (Exemplo: </a:t>
            </a:r>
            <a:r>
              <a:rPr lang="pt-BR" dirty="0" err="1"/>
              <a:t>pendrives</a:t>
            </a:r>
            <a:r>
              <a:rPr lang="pt-BR" dirty="0"/>
              <a:t>, </a:t>
            </a:r>
            <a:r>
              <a:rPr lang="pt-BR" dirty="0" err="1"/>
              <a:t>cdroms</a:t>
            </a:r>
            <a:r>
              <a:rPr lang="pt-BR" dirty="0"/>
              <a:t> etc.).</a:t>
            </a:r>
          </a:p>
          <a:p>
            <a:r>
              <a:rPr lang="pt-BR" b="1" dirty="0"/>
              <a:t>/</a:t>
            </a:r>
            <a:r>
              <a:rPr lang="pt-BR" b="1" dirty="0" err="1"/>
              <a:t>srv</a:t>
            </a:r>
            <a:r>
              <a:rPr lang="pt-BR" dirty="0"/>
              <a:t>: Dados associados aos serviços providos pelo sistema.</a:t>
            </a:r>
          </a:p>
          <a:p>
            <a:endParaRPr lang="en-US" dirty="0"/>
          </a:p>
        </p:txBody>
      </p:sp>
    </p:spTree>
    <p:extLst>
      <p:ext uri="{BB962C8B-B14F-4D97-AF65-F5344CB8AC3E}">
        <p14:creationId xmlns:p14="http://schemas.microsoft.com/office/powerpoint/2010/main" val="20541937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705ACF2D-271A-79BE-303F-7B7B9699D8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CF45F78-FEA1-1BB2-DAB5-7C21DD93678F}"/>
              </a:ext>
            </a:extLst>
          </p:cNvPr>
          <p:cNvSpPr>
            <a:spLocks noGrp="1"/>
          </p:cNvSpPr>
          <p:nvPr>
            <p:ph type="title"/>
          </p:nvPr>
        </p:nvSpPr>
        <p:spPr/>
        <p:txBody>
          <a:bodyPr/>
          <a:lstStyle/>
          <a:p>
            <a:r>
              <a:rPr lang="pt-BR" dirty="0">
                <a:solidFill>
                  <a:srgbClr val="1B2874"/>
                </a:solidFill>
              </a:rPr>
              <a:t>Sistemas Operacionais - Linux</a:t>
            </a:r>
            <a:endParaRPr lang="en-BE" dirty="0">
              <a:solidFill>
                <a:srgbClr val="1B2874"/>
              </a:solidFill>
            </a:endParaRPr>
          </a:p>
        </p:txBody>
      </p:sp>
      <p:pic>
        <p:nvPicPr>
          <p:cNvPr id="7" name="Imagem 6">
            <a:extLst>
              <a:ext uri="{FF2B5EF4-FFF2-40B4-BE49-F238E27FC236}">
                <a16:creationId xmlns:a16="http://schemas.microsoft.com/office/drawing/2014/main" id="{FFA166E7-6FDA-DC68-7592-DB20370D639B}"/>
              </a:ext>
            </a:extLst>
          </p:cNvPr>
          <p:cNvPicPr>
            <a:picLocks noChangeAspect="1"/>
          </p:cNvPicPr>
          <p:nvPr/>
        </p:nvPicPr>
        <p:blipFill>
          <a:blip r:embed="rId4"/>
          <a:stretch>
            <a:fillRect/>
          </a:stretch>
        </p:blipFill>
        <p:spPr>
          <a:xfrm>
            <a:off x="809813" y="1449388"/>
            <a:ext cx="4354704" cy="4865687"/>
          </a:xfrm>
          <a:prstGeom prst="rect">
            <a:avLst/>
          </a:prstGeom>
        </p:spPr>
      </p:pic>
      <p:sp>
        <p:nvSpPr>
          <p:cNvPr id="9" name="CaixaDeTexto 8">
            <a:extLst>
              <a:ext uri="{FF2B5EF4-FFF2-40B4-BE49-F238E27FC236}">
                <a16:creationId xmlns:a16="http://schemas.microsoft.com/office/drawing/2014/main" id="{0801B820-2CB3-A9D1-87E9-77836D9C08A1}"/>
              </a:ext>
            </a:extLst>
          </p:cNvPr>
          <p:cNvSpPr txBox="1"/>
          <p:nvPr/>
        </p:nvSpPr>
        <p:spPr>
          <a:xfrm>
            <a:off x="682006" y="6315075"/>
            <a:ext cx="4610318" cy="307777"/>
          </a:xfrm>
          <a:prstGeom prst="rect">
            <a:avLst/>
          </a:prstGeom>
          <a:noFill/>
        </p:spPr>
        <p:txBody>
          <a:bodyPr wrap="square">
            <a:spAutoFit/>
          </a:bodyPr>
          <a:lstStyle/>
          <a:p>
            <a:pPr algn="ctr" rtl="0">
              <a:spcAft>
                <a:spcPts val="1200"/>
              </a:spcAft>
              <a:buNone/>
            </a:pPr>
            <a:r>
              <a:rPr lang="pt-BR" sz="1400" b="1" i="0" u="none" strike="noStrike" dirty="0">
                <a:solidFill>
                  <a:srgbClr val="FF0000"/>
                </a:solidFill>
                <a:effectLst/>
                <a:latin typeface="Arial" panose="020B0604020202020204" pitchFamily="34" charset="0"/>
              </a:rPr>
              <a:t>Hierarquia do sistema</a:t>
            </a:r>
            <a:endParaRPr lang="pt-BR" sz="1400" dirty="0">
              <a:solidFill>
                <a:srgbClr val="FF0000"/>
              </a:solidFill>
            </a:endParaRPr>
          </a:p>
        </p:txBody>
      </p:sp>
      <p:pic>
        <p:nvPicPr>
          <p:cNvPr id="11" name="Imagem 10">
            <a:extLst>
              <a:ext uri="{FF2B5EF4-FFF2-40B4-BE49-F238E27FC236}">
                <a16:creationId xmlns:a16="http://schemas.microsoft.com/office/drawing/2014/main" id="{ED53AD9C-D6BF-B73D-7BC5-889262928677}"/>
              </a:ext>
            </a:extLst>
          </p:cNvPr>
          <p:cNvPicPr>
            <a:picLocks noChangeAspect="1"/>
          </p:cNvPicPr>
          <p:nvPr/>
        </p:nvPicPr>
        <p:blipFill>
          <a:blip r:embed="rId5"/>
          <a:stretch>
            <a:fillRect/>
          </a:stretch>
        </p:blipFill>
        <p:spPr>
          <a:xfrm>
            <a:off x="7357759" y="1690688"/>
            <a:ext cx="3313969" cy="4430712"/>
          </a:xfrm>
          <a:prstGeom prst="rect">
            <a:avLst/>
          </a:prstGeom>
        </p:spPr>
      </p:pic>
      <p:sp>
        <p:nvSpPr>
          <p:cNvPr id="13" name="CaixaDeTexto 12">
            <a:extLst>
              <a:ext uri="{FF2B5EF4-FFF2-40B4-BE49-F238E27FC236}">
                <a16:creationId xmlns:a16="http://schemas.microsoft.com/office/drawing/2014/main" id="{AB7D14CE-36CB-E389-7BBD-A93428CBE835}"/>
              </a:ext>
            </a:extLst>
          </p:cNvPr>
          <p:cNvSpPr txBox="1"/>
          <p:nvPr/>
        </p:nvSpPr>
        <p:spPr>
          <a:xfrm>
            <a:off x="6709584" y="6315074"/>
            <a:ext cx="4610318" cy="307777"/>
          </a:xfrm>
          <a:prstGeom prst="rect">
            <a:avLst/>
          </a:prstGeom>
          <a:noFill/>
        </p:spPr>
        <p:txBody>
          <a:bodyPr wrap="square">
            <a:spAutoFit/>
          </a:bodyPr>
          <a:lstStyle/>
          <a:p>
            <a:pPr algn="ctr" rtl="0">
              <a:spcAft>
                <a:spcPts val="1200"/>
              </a:spcAft>
              <a:buNone/>
            </a:pPr>
            <a:r>
              <a:rPr lang="pt-BR" sz="1400" b="1" i="0" u="none" strike="noStrike" dirty="0">
                <a:solidFill>
                  <a:srgbClr val="FF0000"/>
                </a:solidFill>
                <a:effectLst/>
                <a:latin typeface="Arial" panose="020B0604020202020204" pitchFamily="34" charset="0"/>
              </a:rPr>
              <a:t>Atalhos globais</a:t>
            </a:r>
            <a:endParaRPr lang="pt-BR" sz="1400" dirty="0">
              <a:solidFill>
                <a:srgbClr val="FF0000"/>
              </a:solidFill>
            </a:endParaRPr>
          </a:p>
        </p:txBody>
      </p:sp>
    </p:spTree>
    <p:extLst>
      <p:ext uri="{BB962C8B-B14F-4D97-AF65-F5344CB8AC3E}">
        <p14:creationId xmlns:p14="http://schemas.microsoft.com/office/powerpoint/2010/main" val="35637050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296CD1E-EF26-E614-DCC4-6992BAEC837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8499835-C9B0-1B74-AD6C-66D4B5B57611}"/>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graphicFrame>
        <p:nvGraphicFramePr>
          <p:cNvPr id="8" name="Table 7">
            <a:extLst>
              <a:ext uri="{FF2B5EF4-FFF2-40B4-BE49-F238E27FC236}">
                <a16:creationId xmlns:a16="http://schemas.microsoft.com/office/drawing/2014/main" id="{AAC63732-F9A2-41B2-6EFE-F6B3FC387550}"/>
              </a:ext>
            </a:extLst>
          </p:cNvPr>
          <p:cNvGraphicFramePr>
            <a:graphicFrameLocks noGrp="1"/>
          </p:cNvGraphicFramePr>
          <p:nvPr>
            <p:extLst>
              <p:ext uri="{D42A27DB-BD31-4B8C-83A1-F6EECF244321}">
                <p14:modId xmlns:p14="http://schemas.microsoft.com/office/powerpoint/2010/main" val="3175256105"/>
              </p:ext>
            </p:extLst>
          </p:nvPr>
        </p:nvGraphicFramePr>
        <p:xfrm>
          <a:off x="407368" y="1417638"/>
          <a:ext cx="11449272" cy="5165725"/>
        </p:xfrm>
        <a:graphic>
          <a:graphicData uri="http://schemas.openxmlformats.org/drawingml/2006/table">
            <a:tbl>
              <a:tblPr/>
              <a:tblGrid>
                <a:gridCol w="1431159">
                  <a:extLst>
                    <a:ext uri="{9D8B030D-6E8A-4147-A177-3AD203B41FA5}">
                      <a16:colId xmlns:a16="http://schemas.microsoft.com/office/drawing/2014/main" val="104547576"/>
                    </a:ext>
                  </a:extLst>
                </a:gridCol>
                <a:gridCol w="1431159">
                  <a:extLst>
                    <a:ext uri="{9D8B030D-6E8A-4147-A177-3AD203B41FA5}">
                      <a16:colId xmlns:a16="http://schemas.microsoft.com/office/drawing/2014/main" val="3815551684"/>
                    </a:ext>
                  </a:extLst>
                </a:gridCol>
                <a:gridCol w="1431159">
                  <a:extLst>
                    <a:ext uri="{9D8B030D-6E8A-4147-A177-3AD203B41FA5}">
                      <a16:colId xmlns:a16="http://schemas.microsoft.com/office/drawing/2014/main" val="798277753"/>
                    </a:ext>
                  </a:extLst>
                </a:gridCol>
                <a:gridCol w="1431159">
                  <a:extLst>
                    <a:ext uri="{9D8B030D-6E8A-4147-A177-3AD203B41FA5}">
                      <a16:colId xmlns:a16="http://schemas.microsoft.com/office/drawing/2014/main" val="34179240"/>
                    </a:ext>
                  </a:extLst>
                </a:gridCol>
                <a:gridCol w="1431159">
                  <a:extLst>
                    <a:ext uri="{9D8B030D-6E8A-4147-A177-3AD203B41FA5}">
                      <a16:colId xmlns:a16="http://schemas.microsoft.com/office/drawing/2014/main" val="4081281090"/>
                    </a:ext>
                  </a:extLst>
                </a:gridCol>
                <a:gridCol w="1431159">
                  <a:extLst>
                    <a:ext uri="{9D8B030D-6E8A-4147-A177-3AD203B41FA5}">
                      <a16:colId xmlns:a16="http://schemas.microsoft.com/office/drawing/2014/main" val="1879317775"/>
                    </a:ext>
                  </a:extLst>
                </a:gridCol>
                <a:gridCol w="1431159">
                  <a:extLst>
                    <a:ext uri="{9D8B030D-6E8A-4147-A177-3AD203B41FA5}">
                      <a16:colId xmlns:a16="http://schemas.microsoft.com/office/drawing/2014/main" val="808741873"/>
                    </a:ext>
                  </a:extLst>
                </a:gridCol>
                <a:gridCol w="1431159">
                  <a:extLst>
                    <a:ext uri="{9D8B030D-6E8A-4147-A177-3AD203B41FA5}">
                      <a16:colId xmlns:a16="http://schemas.microsoft.com/office/drawing/2014/main" val="2857503055"/>
                    </a:ext>
                  </a:extLst>
                </a:gridCol>
              </a:tblGrid>
              <a:tr h="301334">
                <a:tc>
                  <a:txBody>
                    <a:bodyPr/>
                    <a:lstStyle/>
                    <a:p>
                      <a:pPr>
                        <a:buNone/>
                      </a:pPr>
                      <a:r>
                        <a:rPr lang="en-GB" sz="1050"/>
                        <a:t>Característica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FAT32</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NTFS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Ext3</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Ext4</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Btrfs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XFS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APFS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9518581"/>
                  </a:ext>
                </a:extLst>
              </a:tr>
              <a:tr h="430477">
                <a:tc>
                  <a:txBody>
                    <a:bodyPr/>
                    <a:lstStyle/>
                    <a:p>
                      <a:pPr>
                        <a:buNone/>
                      </a:pPr>
                      <a:r>
                        <a:rPr lang="en-GB" sz="1050" b="1"/>
                        <a:t>Desenvolvedor</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Microsoft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Microsoft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Comunidade 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Comunidade 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Oracle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Silicon Graphics (SGI)</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Apple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676959"/>
                  </a:ext>
                </a:extLst>
              </a:tr>
              <a:tr h="430477">
                <a:tc>
                  <a:txBody>
                    <a:bodyPr/>
                    <a:lstStyle/>
                    <a:p>
                      <a:pPr>
                        <a:buNone/>
                      </a:pPr>
                      <a:r>
                        <a:rPr lang="en-GB" sz="1050" b="1"/>
                        <a:t>Sistema operacional principal</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Windows, Linux, macOS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macOS, iOS, iPadOS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3166698"/>
                  </a:ext>
                </a:extLst>
              </a:tr>
              <a:tr h="301334">
                <a:tc>
                  <a:txBody>
                    <a:bodyPr/>
                    <a:lstStyle/>
                    <a:p>
                      <a:pPr>
                        <a:buNone/>
                      </a:pPr>
                      <a:r>
                        <a:rPr lang="en-GB" sz="1050" b="1"/>
                        <a:t>Ano de lançamento</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1996</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1993</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2001</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2008</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2009</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1994</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2017</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902146"/>
                  </a:ext>
                </a:extLst>
              </a:tr>
              <a:tr h="301334">
                <a:tc>
                  <a:txBody>
                    <a:bodyPr/>
                    <a:lstStyle/>
                    <a:p>
                      <a:pPr>
                        <a:buNone/>
                      </a:pPr>
                      <a:r>
                        <a:rPr lang="en-GB" sz="1050" b="1"/>
                        <a:t>Journaling</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Copy-on-Write)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Copy-on-Write)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8368564"/>
                  </a:ext>
                </a:extLst>
              </a:tr>
              <a:tr h="301334">
                <a:tc>
                  <a:txBody>
                    <a:bodyPr/>
                    <a:lstStyle/>
                    <a:p>
                      <a:pPr>
                        <a:buNone/>
                      </a:pPr>
                      <a:r>
                        <a:rPr lang="en-GB" sz="1050" b="1"/>
                        <a:t>Copy-on-Write (CoW)</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30267382"/>
                  </a:ext>
                </a:extLst>
              </a:tr>
              <a:tr h="430477">
                <a:tc>
                  <a:txBody>
                    <a:bodyPr/>
                    <a:lstStyle/>
                    <a:p>
                      <a:pPr>
                        <a:buNone/>
                      </a:pPr>
                      <a:r>
                        <a:rPr lang="en-GB" sz="1050" b="1"/>
                        <a:t>Tamanho máximo do arquivo</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4 GB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 (teórico)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2 TB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TB (comum) / 1 EB (teórico)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494913"/>
                  </a:ext>
                </a:extLst>
              </a:tr>
              <a:tr h="430477">
                <a:tc>
                  <a:txBody>
                    <a:bodyPr/>
                    <a:lstStyle/>
                    <a:p>
                      <a:pPr>
                        <a:buNone/>
                      </a:pPr>
                      <a:r>
                        <a:rPr lang="en-GB" sz="1050" b="1"/>
                        <a:t>Tamanho máximo do volume</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2 TB (Windows)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PB (Windows)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32 TB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16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8 EB</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9590214"/>
                  </a:ext>
                </a:extLst>
              </a:tr>
              <a:tr h="301334">
                <a:tc>
                  <a:txBody>
                    <a:bodyPr/>
                    <a:lstStyle/>
                    <a:p>
                      <a:pPr>
                        <a:buNone/>
                      </a:pPr>
                      <a:r>
                        <a:rPr lang="en-GB" sz="1050" b="1"/>
                        <a:t>Permissões de arquivos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2001793"/>
                  </a:ext>
                </a:extLst>
              </a:tr>
              <a:tr h="301334">
                <a:tc>
                  <a:txBody>
                    <a:bodyPr/>
                    <a:lstStyle/>
                    <a:p>
                      <a:pPr>
                        <a:buNone/>
                      </a:pPr>
                      <a:r>
                        <a:rPr lang="en-GB" sz="1050" b="1"/>
                        <a:t>Criptografia nativa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 (</a:t>
                      </a:r>
                      <a:r>
                        <a:rPr lang="en-GB" sz="1050"/>
                        <a:t>EFS)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2268764"/>
                  </a:ext>
                </a:extLst>
              </a:tr>
              <a:tr h="301334">
                <a:tc>
                  <a:txBody>
                    <a:bodyPr/>
                    <a:lstStyle/>
                    <a:p>
                      <a:pPr>
                        <a:buNone/>
                      </a:pPr>
                      <a:r>
                        <a:rPr lang="en-GB" sz="1050" b="1"/>
                        <a:t>Compressão nativa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893263"/>
                  </a:ext>
                </a:extLst>
              </a:tr>
              <a:tr h="301334">
                <a:tc>
                  <a:txBody>
                    <a:bodyPr/>
                    <a:lstStyle/>
                    <a:p>
                      <a:pPr>
                        <a:buNone/>
                      </a:pPr>
                      <a:r>
                        <a:rPr lang="en-GB" sz="1050" b="1"/>
                        <a:t>Snapshots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Limitado (VSS)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0627107"/>
                  </a:ext>
                </a:extLst>
              </a:tr>
              <a:tr h="301334">
                <a:tc>
                  <a:txBody>
                    <a:bodyPr/>
                    <a:lstStyle/>
                    <a:p>
                      <a:pPr>
                        <a:buNone/>
                      </a:pPr>
                      <a:r>
                        <a:rPr lang="en-GB" sz="1050" b="1"/>
                        <a:t>Checksums de dados</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Metadados</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BE" sz="1050"/>
                        <a:t>✅</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8020665"/>
                  </a:ext>
                </a:extLst>
              </a:tr>
              <a:tr h="430477">
                <a:tc>
                  <a:txBody>
                    <a:bodyPr/>
                    <a:lstStyle/>
                    <a:p>
                      <a:pPr>
                        <a:buNone/>
                      </a:pPr>
                      <a:r>
                        <a:rPr lang="en-GB" sz="1050" b="1"/>
                        <a:t>Desfragmentação necessária</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Frequente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Ocasional</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Muito 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Não</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Muito rara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Praticamente nunca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7862205"/>
                  </a:ext>
                </a:extLst>
              </a:tr>
              <a:tr h="301334">
                <a:tc>
                  <a:txBody>
                    <a:bodyPr/>
                    <a:lstStyle/>
                    <a:p>
                      <a:pPr>
                        <a:buNone/>
                      </a:pPr>
                      <a:r>
                        <a:rPr lang="en-GB" sz="1050" b="1"/>
                        <a:t>Compatibilidade</a:t>
                      </a:r>
                      <a:endParaRPr lang="en-GB" sz="1050"/>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Excelente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Boa</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a:t>Linux</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sz="1050" dirty="0"/>
                        <a:t>Apple</a:t>
                      </a:r>
                    </a:p>
                  </a:txBody>
                  <a:tcPr marL="37716" marR="37716" marT="18858" marB="188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8306427"/>
                  </a:ext>
                </a:extLst>
              </a:tr>
            </a:tbl>
          </a:graphicData>
        </a:graphic>
      </p:graphicFrame>
    </p:spTree>
    <p:extLst>
      <p:ext uri="{BB962C8B-B14F-4D97-AF65-F5344CB8AC3E}">
        <p14:creationId xmlns:p14="http://schemas.microsoft.com/office/powerpoint/2010/main" val="12364219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BA0B82-FB50-F85C-54C6-182FB0A4BA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B75F181-198A-ADC1-2085-4932CDC7340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sp>
        <p:nvSpPr>
          <p:cNvPr id="4" name="Content Placeholder 3">
            <a:extLst>
              <a:ext uri="{FF2B5EF4-FFF2-40B4-BE49-F238E27FC236}">
                <a16:creationId xmlns:a16="http://schemas.microsoft.com/office/drawing/2014/main" id="{999FE020-76CC-ED46-7483-ABD00EEC2C4C}"/>
              </a:ext>
            </a:extLst>
          </p:cNvPr>
          <p:cNvSpPr>
            <a:spLocks noGrp="1"/>
          </p:cNvSpPr>
          <p:nvPr>
            <p:ph idx="1"/>
          </p:nvPr>
        </p:nvSpPr>
        <p:spPr/>
        <p:txBody>
          <a:bodyPr>
            <a:normAutofit fontScale="92500" lnSpcReduction="10000"/>
          </a:bodyPr>
          <a:lstStyle/>
          <a:p>
            <a:r>
              <a:rPr lang="en-GB" dirty="0"/>
              <a:t>A </a:t>
            </a:r>
            <a:r>
              <a:rPr lang="en-GB" dirty="0" err="1"/>
              <a:t>parte</a:t>
            </a:r>
            <a:r>
              <a:rPr lang="en-GB" dirty="0"/>
              <a:t> </a:t>
            </a:r>
            <a:r>
              <a:rPr lang="en-GB" dirty="0" err="1"/>
              <a:t>responsável</a:t>
            </a:r>
            <a:r>
              <a:rPr lang="en-GB" dirty="0"/>
              <a:t> </a:t>
            </a:r>
            <a:r>
              <a:rPr lang="en-GB" dirty="0" err="1"/>
              <a:t>pelo</a:t>
            </a:r>
            <a:r>
              <a:rPr lang="en-GB" dirty="0"/>
              <a:t> </a:t>
            </a:r>
            <a:r>
              <a:rPr lang="en-GB" dirty="0" err="1"/>
              <a:t>gerenciamento</a:t>
            </a:r>
            <a:r>
              <a:rPr lang="en-GB" dirty="0"/>
              <a:t> (</a:t>
            </a:r>
            <a:r>
              <a:rPr lang="en-GB" dirty="0" err="1"/>
              <a:t>criação</a:t>
            </a:r>
            <a:r>
              <a:rPr lang="en-GB" dirty="0"/>
              <a:t>, </a:t>
            </a:r>
            <a:r>
              <a:rPr lang="en-GB" dirty="0" err="1"/>
              <a:t>remoção</a:t>
            </a:r>
            <a:r>
              <a:rPr lang="en-GB" dirty="0"/>
              <a:t>, </a:t>
            </a:r>
            <a:r>
              <a:rPr lang="en-GB" dirty="0" err="1"/>
              <a:t>alteração</a:t>
            </a:r>
            <a:r>
              <a:rPr lang="en-GB" dirty="0"/>
              <a:t>) dos </a:t>
            </a:r>
            <a:r>
              <a:rPr lang="en-GB" dirty="0" err="1"/>
              <a:t>arquivos</a:t>
            </a:r>
            <a:r>
              <a:rPr lang="en-GB" dirty="0"/>
              <a:t> </a:t>
            </a:r>
            <a:r>
              <a:rPr lang="en-GB" dirty="0" err="1"/>
              <a:t>é</a:t>
            </a:r>
            <a:r>
              <a:rPr lang="en-GB" dirty="0"/>
              <a:t> </a:t>
            </a:r>
            <a:r>
              <a:rPr lang="en-GB" dirty="0" err="1"/>
              <a:t>conhecida</a:t>
            </a:r>
            <a:r>
              <a:rPr lang="en-GB" dirty="0"/>
              <a:t> </a:t>
            </a:r>
            <a:r>
              <a:rPr lang="en-GB" dirty="0" err="1"/>
              <a:t>como</a:t>
            </a:r>
            <a:r>
              <a:rPr lang="en-GB" dirty="0"/>
              <a:t> </a:t>
            </a:r>
            <a:r>
              <a:rPr lang="en-GB" dirty="0" err="1"/>
              <a:t>sistema</a:t>
            </a:r>
            <a:r>
              <a:rPr lang="en-GB" dirty="0"/>
              <a:t> de </a:t>
            </a:r>
            <a:r>
              <a:rPr lang="en-GB" dirty="0" err="1"/>
              <a:t>arquivos</a:t>
            </a:r>
            <a:endParaRPr lang="en-GB" dirty="0"/>
          </a:p>
          <a:p>
            <a:r>
              <a:rPr lang="en-GB" dirty="0"/>
              <a:t>Cada </a:t>
            </a:r>
            <a:r>
              <a:rPr lang="en-GB" dirty="0" err="1"/>
              <a:t>sistema</a:t>
            </a:r>
            <a:r>
              <a:rPr lang="en-GB" dirty="0"/>
              <a:t> de </a:t>
            </a:r>
            <a:r>
              <a:rPr lang="en-GB" dirty="0" err="1"/>
              <a:t>arquivos</a:t>
            </a:r>
            <a:r>
              <a:rPr lang="en-GB" dirty="0"/>
              <a:t> </a:t>
            </a:r>
            <a:r>
              <a:rPr lang="en-GB" dirty="0" err="1"/>
              <a:t>possui</a:t>
            </a:r>
            <a:r>
              <a:rPr lang="en-GB" dirty="0"/>
              <a:t> </a:t>
            </a:r>
            <a:r>
              <a:rPr lang="en-GB" dirty="0" err="1"/>
              <a:t>regras</a:t>
            </a:r>
            <a:r>
              <a:rPr lang="en-GB" dirty="0"/>
              <a:t> </a:t>
            </a:r>
            <a:r>
              <a:rPr lang="en-GB" dirty="0" err="1"/>
              <a:t>específicas</a:t>
            </a:r>
            <a:r>
              <a:rPr lang="en-GB" dirty="0"/>
              <a:t> para </a:t>
            </a:r>
            <a:r>
              <a:rPr lang="en-GB" dirty="0" err="1"/>
              <a:t>nomear</a:t>
            </a:r>
            <a:r>
              <a:rPr lang="en-GB" dirty="0"/>
              <a:t> um </a:t>
            </a:r>
            <a:r>
              <a:rPr lang="en-GB" dirty="0" err="1"/>
              <a:t>arquivo</a:t>
            </a:r>
            <a:r>
              <a:rPr lang="en-GB" dirty="0"/>
              <a:t>. Ex.:</a:t>
            </a:r>
            <a:endParaRPr lang="en-BE" dirty="0"/>
          </a:p>
          <a:p>
            <a:pPr lvl="1"/>
            <a:r>
              <a:rPr lang="en-GB" dirty="0"/>
              <a:t>a </a:t>
            </a:r>
            <a:r>
              <a:rPr lang="en-GB" dirty="0" err="1"/>
              <a:t>quantidade</a:t>
            </a:r>
            <a:r>
              <a:rPr lang="en-GB" dirty="0"/>
              <a:t> </a:t>
            </a:r>
            <a:r>
              <a:rPr lang="en-GB" dirty="0" err="1"/>
              <a:t>máxima</a:t>
            </a:r>
            <a:r>
              <a:rPr lang="en-GB" dirty="0"/>
              <a:t> de </a:t>
            </a:r>
            <a:r>
              <a:rPr lang="en-GB" dirty="0" err="1"/>
              <a:t>caracteres</a:t>
            </a:r>
            <a:endParaRPr lang="en-GB" dirty="0"/>
          </a:p>
          <a:p>
            <a:pPr lvl="1"/>
            <a:r>
              <a:rPr lang="en-GB" dirty="0" err="1"/>
              <a:t>os</a:t>
            </a:r>
            <a:r>
              <a:rPr lang="en-GB" dirty="0"/>
              <a:t> </a:t>
            </a:r>
            <a:r>
              <a:rPr lang="en-GB" dirty="0" err="1"/>
              <a:t>tipos</a:t>
            </a:r>
            <a:r>
              <a:rPr lang="en-GB" dirty="0"/>
              <a:t> de </a:t>
            </a:r>
            <a:r>
              <a:rPr lang="en-GB" dirty="0" err="1"/>
              <a:t>caracteres</a:t>
            </a:r>
            <a:r>
              <a:rPr lang="en-GB" dirty="0"/>
              <a:t> </a:t>
            </a:r>
            <a:r>
              <a:rPr lang="en-GB" dirty="0" err="1"/>
              <a:t>que</a:t>
            </a:r>
            <a:r>
              <a:rPr lang="en-GB" dirty="0"/>
              <a:t> </a:t>
            </a:r>
            <a:r>
              <a:rPr lang="en-GB" dirty="0" err="1"/>
              <a:t>podem</a:t>
            </a:r>
            <a:r>
              <a:rPr lang="en-GB" dirty="0"/>
              <a:t> ser </a:t>
            </a:r>
            <a:r>
              <a:rPr lang="en-GB" dirty="0" err="1"/>
              <a:t>usados</a:t>
            </a:r>
            <a:r>
              <a:rPr lang="en-GB" dirty="0"/>
              <a:t> ( \ / . ? : * " | &gt; &lt;)</a:t>
            </a:r>
            <a:endParaRPr lang="en-BE" dirty="0"/>
          </a:p>
          <a:p>
            <a:r>
              <a:rPr lang="en-GB" dirty="0"/>
              <a:t>Tanto no Linux </a:t>
            </a:r>
            <a:r>
              <a:rPr lang="en-GB" dirty="0" err="1"/>
              <a:t>quanto</a:t>
            </a:r>
            <a:r>
              <a:rPr lang="en-GB" dirty="0"/>
              <a:t> no Windows, </a:t>
            </a:r>
            <a:r>
              <a:rPr lang="en-GB" dirty="0" err="1"/>
              <a:t>os</a:t>
            </a:r>
            <a:r>
              <a:rPr lang="en-GB" dirty="0"/>
              <a:t> </a:t>
            </a:r>
            <a:r>
              <a:rPr lang="en-GB" dirty="0" err="1"/>
              <a:t>arquivos</a:t>
            </a:r>
            <a:r>
              <a:rPr lang="en-GB" dirty="0"/>
              <a:t> </a:t>
            </a:r>
            <a:r>
              <a:rPr lang="en-GB" dirty="0" err="1"/>
              <a:t>possuem</a:t>
            </a:r>
            <a:r>
              <a:rPr lang="en-GB" dirty="0"/>
              <a:t> </a:t>
            </a:r>
            <a:r>
              <a:rPr lang="en-GB" dirty="0" err="1"/>
              <a:t>extensões</a:t>
            </a:r>
            <a:endParaRPr lang="en-GB" dirty="0"/>
          </a:p>
          <a:p>
            <a:pPr lvl="1"/>
            <a:r>
              <a:rPr lang="en-GB" dirty="0" err="1"/>
              <a:t>apenas</a:t>
            </a:r>
            <a:r>
              <a:rPr lang="en-GB" dirty="0"/>
              <a:t> </a:t>
            </a:r>
            <a:r>
              <a:rPr lang="en-GB" dirty="0" err="1"/>
              <a:t>uma</a:t>
            </a:r>
            <a:r>
              <a:rPr lang="en-GB" dirty="0"/>
              <a:t> </a:t>
            </a:r>
            <a:r>
              <a:rPr lang="en-GB" dirty="0" err="1"/>
              <a:t>indicação</a:t>
            </a:r>
            <a:r>
              <a:rPr lang="en-GB" dirty="0"/>
              <a:t> do </a:t>
            </a:r>
            <a:r>
              <a:rPr lang="en-GB" dirty="0" err="1"/>
              <a:t>provável</a:t>
            </a:r>
            <a:r>
              <a:rPr lang="en-GB" dirty="0"/>
              <a:t> </a:t>
            </a:r>
            <a:r>
              <a:rPr lang="en-GB" dirty="0" err="1"/>
              <a:t>tipo</a:t>
            </a:r>
            <a:r>
              <a:rPr lang="en-GB" dirty="0"/>
              <a:t> de </a:t>
            </a:r>
            <a:r>
              <a:rPr lang="en-GB" dirty="0" err="1"/>
              <a:t>programa</a:t>
            </a:r>
            <a:r>
              <a:rPr lang="en-GB" dirty="0"/>
              <a:t> </a:t>
            </a:r>
            <a:r>
              <a:rPr lang="en-GB" dirty="0" err="1"/>
              <a:t>que</a:t>
            </a:r>
            <a:r>
              <a:rPr lang="en-GB" dirty="0"/>
              <a:t> </a:t>
            </a:r>
            <a:r>
              <a:rPr lang="en-GB" dirty="0" err="1"/>
              <a:t>pode</a:t>
            </a:r>
            <a:r>
              <a:rPr lang="en-GB" dirty="0"/>
              <a:t> manipular </a:t>
            </a:r>
            <a:r>
              <a:rPr lang="en-GB" dirty="0" err="1"/>
              <a:t>aquele</a:t>
            </a:r>
            <a:r>
              <a:rPr lang="en-GB" dirty="0"/>
              <a:t> </a:t>
            </a:r>
            <a:r>
              <a:rPr lang="en-GB" dirty="0" err="1"/>
              <a:t>arquivo</a:t>
            </a:r>
            <a:endParaRPr lang="en-GB" dirty="0"/>
          </a:p>
        </p:txBody>
      </p:sp>
    </p:spTree>
    <p:extLst>
      <p:ext uri="{BB962C8B-B14F-4D97-AF65-F5344CB8AC3E}">
        <p14:creationId xmlns:p14="http://schemas.microsoft.com/office/powerpoint/2010/main" val="11184807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FB61C32C-DC67-222D-848A-4A9EBEF36B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2F447ED-605D-5375-51E6-CE2A98D14FE7}"/>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sp>
        <p:nvSpPr>
          <p:cNvPr id="4" name="Content Placeholder 3">
            <a:extLst>
              <a:ext uri="{FF2B5EF4-FFF2-40B4-BE49-F238E27FC236}">
                <a16:creationId xmlns:a16="http://schemas.microsoft.com/office/drawing/2014/main" id="{69394E11-4F5B-E7A9-7FDC-76B6D7A266D0}"/>
              </a:ext>
            </a:extLst>
          </p:cNvPr>
          <p:cNvSpPr>
            <a:spLocks noGrp="1"/>
          </p:cNvSpPr>
          <p:nvPr>
            <p:ph idx="1"/>
          </p:nvPr>
        </p:nvSpPr>
        <p:spPr>
          <a:xfrm>
            <a:off x="609600" y="1600201"/>
            <a:ext cx="4262264" cy="4525963"/>
          </a:xfrm>
        </p:spPr>
        <p:txBody>
          <a:bodyPr>
            <a:normAutofit lnSpcReduction="10000"/>
          </a:bodyPr>
          <a:lstStyle/>
          <a:p>
            <a:r>
              <a:rPr lang="en-GB" dirty="0" err="1"/>
              <a:t>Arquivos</a:t>
            </a:r>
            <a:r>
              <a:rPr lang="en-GB" dirty="0"/>
              <a:t> </a:t>
            </a:r>
            <a:r>
              <a:rPr lang="en-GB" dirty="0" err="1"/>
              <a:t>são</a:t>
            </a:r>
            <a:r>
              <a:rPr lang="en-GB" dirty="0"/>
              <a:t> um conjunto de bytes</a:t>
            </a:r>
          </a:p>
          <a:p>
            <a:r>
              <a:rPr lang="en-GB" dirty="0"/>
              <a:t>Forma de </a:t>
            </a:r>
            <a:r>
              <a:rPr lang="en-GB" dirty="0" err="1"/>
              <a:t>interpretar</a:t>
            </a:r>
            <a:r>
              <a:rPr lang="en-GB" dirty="0"/>
              <a:t> esses bytes </a:t>
            </a:r>
            <a:r>
              <a:rPr lang="en-GB" dirty="0" err="1"/>
              <a:t>em</a:t>
            </a:r>
            <a:r>
              <a:rPr lang="en-GB" dirty="0"/>
              <a:t> </a:t>
            </a:r>
            <a:r>
              <a:rPr lang="en-GB" dirty="0" err="1"/>
              <a:t>caracteres</a:t>
            </a:r>
            <a:endParaRPr lang="en-GB" dirty="0"/>
          </a:p>
          <a:p>
            <a:r>
              <a:rPr lang="en-GB" dirty="0"/>
              <a:t>Cada </a:t>
            </a:r>
            <a:r>
              <a:rPr lang="en-GB" dirty="0" err="1"/>
              <a:t>valor</a:t>
            </a:r>
            <a:r>
              <a:rPr lang="en-GB" dirty="0"/>
              <a:t> </a:t>
            </a:r>
            <a:r>
              <a:rPr lang="en-GB" dirty="0" err="1"/>
              <a:t>possível</a:t>
            </a:r>
            <a:r>
              <a:rPr lang="en-GB" dirty="0"/>
              <a:t> de um byte a um </a:t>
            </a:r>
            <a:r>
              <a:rPr lang="en-GB" dirty="0" err="1"/>
              <a:t>caractere</a:t>
            </a:r>
            <a:r>
              <a:rPr lang="en-GB" dirty="0"/>
              <a:t> (8 bits = 2^8 = 256)</a:t>
            </a:r>
          </a:p>
        </p:txBody>
      </p:sp>
      <p:pic>
        <p:nvPicPr>
          <p:cNvPr id="1026" name="Picture 2" descr="Visão parcial da tabela ASCII">
            <a:extLst>
              <a:ext uri="{FF2B5EF4-FFF2-40B4-BE49-F238E27FC236}">
                <a16:creationId xmlns:a16="http://schemas.microsoft.com/office/drawing/2014/main" id="{F6DD098E-5C63-1E3B-A85B-FDFD67686A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00192" y="1831421"/>
            <a:ext cx="5682208" cy="47351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878B484-4A86-7EA6-04D8-0CE7B330979C}"/>
              </a:ext>
            </a:extLst>
          </p:cNvPr>
          <p:cNvSpPr txBox="1"/>
          <p:nvPr/>
        </p:nvSpPr>
        <p:spPr>
          <a:xfrm>
            <a:off x="8080890" y="1324254"/>
            <a:ext cx="1320811" cy="369332"/>
          </a:xfrm>
          <a:prstGeom prst="rect">
            <a:avLst/>
          </a:prstGeom>
          <a:noFill/>
        </p:spPr>
        <p:txBody>
          <a:bodyPr wrap="none" rtlCol="0">
            <a:spAutoFit/>
          </a:bodyPr>
          <a:lstStyle/>
          <a:p>
            <a:r>
              <a:rPr lang="en-BE" dirty="0"/>
              <a:t>Tabela ASCII</a:t>
            </a:r>
          </a:p>
        </p:txBody>
      </p:sp>
    </p:spTree>
    <p:extLst>
      <p:ext uri="{BB962C8B-B14F-4D97-AF65-F5344CB8AC3E}">
        <p14:creationId xmlns:p14="http://schemas.microsoft.com/office/powerpoint/2010/main" val="1379493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A85E00E7-E11F-90FF-DBA5-66E4F9F362F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46885B-2228-57BC-FD1A-8670042D2DCF}"/>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7" name="Picture 6">
            <a:extLst>
              <a:ext uri="{FF2B5EF4-FFF2-40B4-BE49-F238E27FC236}">
                <a16:creationId xmlns:a16="http://schemas.microsoft.com/office/drawing/2014/main" id="{4DD27E44-9330-DB24-AB1F-80EC2C12DC0B}"/>
              </a:ext>
            </a:extLst>
          </p:cNvPr>
          <p:cNvPicPr>
            <a:picLocks noChangeAspect="1"/>
          </p:cNvPicPr>
          <p:nvPr/>
        </p:nvPicPr>
        <p:blipFill>
          <a:blip r:embed="rId4"/>
          <a:srcRect b="41073"/>
          <a:stretch>
            <a:fillRect/>
          </a:stretch>
        </p:blipFill>
        <p:spPr>
          <a:xfrm>
            <a:off x="97364" y="1916832"/>
            <a:ext cx="6348670" cy="3756607"/>
          </a:xfrm>
          <a:prstGeom prst="rect">
            <a:avLst/>
          </a:prstGeom>
        </p:spPr>
      </p:pic>
      <p:pic>
        <p:nvPicPr>
          <p:cNvPr id="8" name="Picture 7">
            <a:extLst>
              <a:ext uri="{FF2B5EF4-FFF2-40B4-BE49-F238E27FC236}">
                <a16:creationId xmlns:a16="http://schemas.microsoft.com/office/drawing/2014/main" id="{4CA0222E-B790-C78E-AFBF-943FFD2A5093}"/>
              </a:ext>
            </a:extLst>
          </p:cNvPr>
          <p:cNvPicPr>
            <a:picLocks noChangeAspect="1"/>
          </p:cNvPicPr>
          <p:nvPr/>
        </p:nvPicPr>
        <p:blipFill>
          <a:blip r:embed="rId5"/>
          <a:srcRect t="13757"/>
          <a:stretch>
            <a:fillRect/>
          </a:stretch>
        </p:blipFill>
        <p:spPr>
          <a:xfrm>
            <a:off x="6479892" y="2128738"/>
            <a:ext cx="5594684" cy="3545445"/>
          </a:xfrm>
          <a:prstGeom prst="rect">
            <a:avLst/>
          </a:prstGeom>
        </p:spPr>
      </p:pic>
    </p:spTree>
    <p:extLst>
      <p:ext uri="{BB962C8B-B14F-4D97-AF65-F5344CB8AC3E}">
        <p14:creationId xmlns:p14="http://schemas.microsoft.com/office/powerpoint/2010/main" val="24265135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0F7C8A7E-683B-B6A4-9C29-336F3B03F49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5190604-8E67-6711-90BE-9962567D533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5122" name="Picture 2" descr="Formas diferentes de acesso para um arquivo nos diferentes sistemas">
            <a:extLst>
              <a:ext uri="{FF2B5EF4-FFF2-40B4-BE49-F238E27FC236}">
                <a16:creationId xmlns:a16="http://schemas.microsoft.com/office/drawing/2014/main" id="{2F457139-E744-B388-6C62-E90802EAB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304" y="1124744"/>
            <a:ext cx="9243392" cy="51352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F71D0E0-4DBB-CB48-92DE-BEE8E6127D1D}"/>
              </a:ext>
            </a:extLst>
          </p:cNvPr>
          <p:cNvSpPr txBox="1"/>
          <p:nvPr/>
        </p:nvSpPr>
        <p:spPr>
          <a:xfrm>
            <a:off x="3071664" y="6075296"/>
            <a:ext cx="6652975" cy="369332"/>
          </a:xfrm>
          <a:prstGeom prst="rect">
            <a:avLst/>
          </a:prstGeom>
          <a:noFill/>
        </p:spPr>
        <p:txBody>
          <a:bodyPr wrap="none" rtlCol="0">
            <a:spAutoFit/>
          </a:bodyPr>
          <a:lstStyle/>
          <a:p>
            <a:r>
              <a:rPr lang="en-BE" dirty="0"/>
              <a:t>Fonte: </a:t>
            </a:r>
            <a:r>
              <a:rPr lang="en-GB" dirty="0"/>
              <a:t>https://</a:t>
            </a:r>
            <a:r>
              <a:rPr lang="en-GB" dirty="0" err="1"/>
              <a:t>materialpublic.imd.ufrn.br</a:t>
            </a:r>
            <a:r>
              <a:rPr lang="en-GB" dirty="0"/>
              <a:t>/</a:t>
            </a:r>
            <a:r>
              <a:rPr lang="en-GB" dirty="0" err="1"/>
              <a:t>curso</a:t>
            </a:r>
            <a:r>
              <a:rPr lang="en-GB" dirty="0"/>
              <a:t>/</a:t>
            </a:r>
            <a:r>
              <a:rPr lang="en-GB" dirty="0" err="1"/>
              <a:t>disciplina</a:t>
            </a:r>
            <a:r>
              <a:rPr lang="en-GB" dirty="0"/>
              <a:t>/4/16/7/13</a:t>
            </a:r>
            <a:endParaRPr lang="en-BE" dirty="0"/>
          </a:p>
        </p:txBody>
      </p:sp>
    </p:spTree>
    <p:extLst>
      <p:ext uri="{BB962C8B-B14F-4D97-AF65-F5344CB8AC3E}">
        <p14:creationId xmlns:p14="http://schemas.microsoft.com/office/powerpoint/2010/main" val="23947920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5A29B9B8-B848-F820-3244-BACE6DF24B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6384262-5B8A-D360-5F7D-8B84B2F1573B}"/>
              </a:ext>
            </a:extLst>
          </p:cNvPr>
          <p:cNvSpPr>
            <a:spLocks noGrp="1"/>
          </p:cNvSpPr>
          <p:nvPr>
            <p:ph type="title"/>
          </p:nvPr>
        </p:nvSpPr>
        <p:spPr/>
        <p:txBody>
          <a:bodyPr/>
          <a:lstStyle/>
          <a:p>
            <a:r>
              <a:rPr lang="pt-BR" dirty="0">
                <a:solidFill>
                  <a:srgbClr val="1B2874"/>
                </a:solidFill>
              </a:rPr>
              <a:t>Sistemas Operacionais – Sistema de Arquivos</a:t>
            </a:r>
            <a:endParaRPr lang="en-BE" dirty="0">
              <a:solidFill>
                <a:srgbClr val="1B2874"/>
              </a:solidFill>
            </a:endParaRPr>
          </a:p>
        </p:txBody>
      </p:sp>
      <p:pic>
        <p:nvPicPr>
          <p:cNvPr id="5122" name="Picture 2" descr="Formas diferentes de acesso para um arquivo nos diferentes sistemas">
            <a:extLst>
              <a:ext uri="{FF2B5EF4-FFF2-40B4-BE49-F238E27FC236}">
                <a16:creationId xmlns:a16="http://schemas.microsoft.com/office/drawing/2014/main" id="{DC7B783C-B549-FE64-8524-9ABF32966AF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00" r="1701"/>
          <a:stretch>
            <a:fillRect/>
          </a:stretch>
        </p:blipFill>
        <p:spPr bwMode="auto">
          <a:xfrm>
            <a:off x="592410" y="1124744"/>
            <a:ext cx="4464496" cy="513521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7DF9BA0-C126-595F-47DD-4B9E5F79E868}"/>
              </a:ext>
            </a:extLst>
          </p:cNvPr>
          <p:cNvSpPr txBox="1"/>
          <p:nvPr/>
        </p:nvSpPr>
        <p:spPr>
          <a:xfrm>
            <a:off x="184731" y="5962054"/>
            <a:ext cx="4872175" cy="923330"/>
          </a:xfrm>
          <a:prstGeom prst="rect">
            <a:avLst/>
          </a:prstGeom>
          <a:noFill/>
        </p:spPr>
        <p:txBody>
          <a:bodyPr wrap="square" rtlCol="0">
            <a:spAutoFit/>
          </a:bodyPr>
          <a:lstStyle/>
          <a:p>
            <a:r>
              <a:rPr lang="en-BE" dirty="0"/>
              <a:t>Fonte: </a:t>
            </a:r>
            <a:r>
              <a:rPr lang="en-GB" dirty="0"/>
              <a:t>https://</a:t>
            </a:r>
            <a:r>
              <a:rPr lang="en-GB" dirty="0" err="1"/>
              <a:t>materialpublic.imd.ufrn.br</a:t>
            </a:r>
            <a:r>
              <a:rPr lang="en-GB" dirty="0"/>
              <a:t>/</a:t>
            </a:r>
            <a:r>
              <a:rPr lang="en-GB" dirty="0" err="1"/>
              <a:t>curso</a:t>
            </a:r>
            <a:r>
              <a:rPr lang="en-GB" dirty="0"/>
              <a:t>/</a:t>
            </a:r>
            <a:r>
              <a:rPr lang="en-GB" dirty="0" err="1"/>
              <a:t>disciplina</a:t>
            </a:r>
            <a:r>
              <a:rPr lang="en-GB" dirty="0"/>
              <a:t>/4/16/7/13</a:t>
            </a:r>
            <a:endParaRPr lang="en-BE" dirty="0"/>
          </a:p>
        </p:txBody>
      </p:sp>
      <p:pic>
        <p:nvPicPr>
          <p:cNvPr id="3" name="Picture 2">
            <a:extLst>
              <a:ext uri="{FF2B5EF4-FFF2-40B4-BE49-F238E27FC236}">
                <a16:creationId xmlns:a16="http://schemas.microsoft.com/office/drawing/2014/main" id="{16718AF1-D3B1-B6C3-CB03-D4F89B8FEE82}"/>
              </a:ext>
            </a:extLst>
          </p:cNvPr>
          <p:cNvPicPr>
            <a:picLocks noChangeAspect="1"/>
          </p:cNvPicPr>
          <p:nvPr/>
        </p:nvPicPr>
        <p:blipFill>
          <a:blip r:embed="rId5"/>
          <a:stretch>
            <a:fillRect/>
          </a:stretch>
        </p:blipFill>
        <p:spPr>
          <a:xfrm>
            <a:off x="5259984" y="1791718"/>
            <a:ext cx="6436507" cy="1997537"/>
          </a:xfrm>
          <a:prstGeom prst="rect">
            <a:avLst/>
          </a:prstGeom>
        </p:spPr>
      </p:pic>
      <p:sp>
        <p:nvSpPr>
          <p:cNvPr id="8" name="TextBox 7">
            <a:extLst>
              <a:ext uri="{FF2B5EF4-FFF2-40B4-BE49-F238E27FC236}">
                <a16:creationId xmlns:a16="http://schemas.microsoft.com/office/drawing/2014/main" id="{2D5CB8CB-14E1-6171-D84C-771A5F4774AA}"/>
              </a:ext>
            </a:extLst>
          </p:cNvPr>
          <p:cNvSpPr txBox="1"/>
          <p:nvPr/>
        </p:nvSpPr>
        <p:spPr>
          <a:xfrm>
            <a:off x="5499237" y="4060597"/>
            <a:ext cx="5472608" cy="2492990"/>
          </a:xfrm>
          <a:prstGeom prst="rect">
            <a:avLst/>
          </a:prstGeom>
          <a:noFill/>
        </p:spPr>
        <p:txBody>
          <a:bodyPr wrap="square" rtlCol="0">
            <a:spAutoFit/>
          </a:bodyPr>
          <a:lstStyle/>
          <a:p>
            <a:pPr lvl="0" eaLnBrk="0" fontAlgn="base" hangingPunct="0">
              <a:spcBef>
                <a:spcPct val="0"/>
              </a:spcBef>
              <a:spcAft>
                <a:spcPct val="0"/>
              </a:spcAft>
            </a:pPr>
            <a:r>
              <a:rPr lang="en-BE" altLang="en-BE" sz="2400" dirty="0">
                <a:latin typeface="Arial" panose="020B0604020202020204" pitchFamily="34" charset="0"/>
              </a:rPr>
              <a:t>Diretório exemplos</a:t>
            </a:r>
          </a:p>
          <a:p>
            <a:pPr lvl="0" eaLnBrk="0" fontAlgn="base" hangingPunct="0">
              <a:spcBef>
                <a:spcPct val="0"/>
              </a:spcBef>
              <a:spcAft>
                <a:spcPct val="0"/>
              </a:spcAft>
            </a:pPr>
            <a:endParaRPr lang="en-BE" altLang="en-BE" sz="2400" dirty="0">
              <a:latin typeface="Arial" panose="020B0604020202020204" pitchFamily="34" charset="0"/>
            </a:endParaRPr>
          </a:p>
          <a:p>
            <a:pPr lvl="0" eaLnBrk="0" fontAlgn="base" hangingPunct="0">
              <a:spcBef>
                <a:spcPct val="0"/>
              </a:spcBef>
              <a:spcAft>
                <a:spcPct val="0"/>
              </a:spcAft>
            </a:pPr>
            <a:r>
              <a:rPr lang="en-BE" altLang="en-BE" dirty="0">
                <a:latin typeface="Open Sans" panose="020B0606030504020204" pitchFamily="34" charset="0"/>
              </a:rPr>
              <a:t>cp /SO/aulas/memoria.txt /SO/exemplos/</a:t>
            </a:r>
          </a:p>
          <a:p>
            <a:pPr lvl="0" eaLnBrk="0" fontAlgn="base" hangingPunct="0">
              <a:spcBef>
                <a:spcPct val="0"/>
              </a:spcBef>
              <a:spcAft>
                <a:spcPct val="0"/>
              </a:spcAft>
            </a:pPr>
            <a:endParaRPr lang="en-BE" altLang="en-BE" dirty="0">
              <a:latin typeface="Open Sans" panose="020B0606030504020204" pitchFamily="34" charset="0"/>
            </a:endParaRPr>
          </a:p>
          <a:p>
            <a:pPr lvl="0" eaLnBrk="0" fontAlgn="base" hangingPunct="0">
              <a:spcBef>
                <a:spcPct val="0"/>
              </a:spcBef>
              <a:spcAft>
                <a:spcPct val="0"/>
              </a:spcAft>
            </a:pPr>
            <a:r>
              <a:rPr lang="en-BE" altLang="en-BE" dirty="0">
                <a:latin typeface="Open Sans" panose="020B0606030504020204" pitchFamily="34" charset="0"/>
              </a:rPr>
              <a:t>cp ../aulas/memoria.txt /SO/exemplos/</a:t>
            </a:r>
          </a:p>
          <a:p>
            <a:pPr lvl="0" eaLnBrk="0" fontAlgn="base" hangingPunct="0">
              <a:spcBef>
                <a:spcPct val="0"/>
              </a:spcBef>
              <a:spcAft>
                <a:spcPct val="0"/>
              </a:spcAft>
            </a:pPr>
            <a:endParaRPr lang="en-BE" altLang="en-BE" dirty="0">
              <a:latin typeface="Open Sans" panose="020B0606030504020204" pitchFamily="34" charset="0"/>
            </a:endParaRPr>
          </a:p>
          <a:p>
            <a:pPr lvl="0" eaLnBrk="0" fontAlgn="base" hangingPunct="0">
              <a:spcBef>
                <a:spcPct val="0"/>
              </a:spcBef>
              <a:spcAft>
                <a:spcPct val="0"/>
              </a:spcAft>
            </a:pPr>
            <a:r>
              <a:rPr lang="en-BE" altLang="en-BE" dirty="0">
                <a:latin typeface="Open Sans" panose="020B0606030504020204" pitchFamily="34" charset="0"/>
              </a:rPr>
              <a:t>cp ../aulas/memoria.txt .</a:t>
            </a:r>
          </a:p>
          <a:p>
            <a:endParaRPr lang="en-BE" dirty="0"/>
          </a:p>
        </p:txBody>
      </p:sp>
      <p:sp>
        <p:nvSpPr>
          <p:cNvPr id="10" name="Rectangle 4">
            <a:extLst>
              <a:ext uri="{FF2B5EF4-FFF2-40B4-BE49-F238E27FC236}">
                <a16:creationId xmlns:a16="http://schemas.microsoft.com/office/drawing/2014/main" id="{2E701297-487D-BECE-C32A-EBC22810B608}"/>
              </a:ext>
            </a:extLst>
          </p:cNvPr>
          <p:cNvSpPr>
            <a:spLocks noChangeArrowheads="1"/>
          </p:cNvSpPr>
          <p:nvPr/>
        </p:nvSpPr>
        <p:spPr bwMode="auto">
          <a:xfrm>
            <a:off x="0" y="-261610"/>
            <a:ext cx="184731" cy="5232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BE" altLang="en-BE" sz="1000" b="0" i="0" u="none" strike="noStrike" cap="none" normalizeH="0" baseline="0" dirty="0">
                <a:ln>
                  <a:noFill/>
                </a:ln>
                <a:solidFill>
                  <a:schemeClr val="tx1"/>
                </a:solidFill>
                <a:effectLst/>
              </a:rPr>
            </a:br>
            <a:endParaRPr kumimoji="0" lang="en-BE" altLang="en-B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12740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17ED3433-2B7D-B9BF-47A0-3FB67056EC2C}"/>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48DCC53E-2D60-BF9B-ACC2-DA161DD90331}"/>
              </a:ext>
            </a:extLst>
          </p:cNvPr>
          <p:cNvSpPr txBox="1"/>
          <p:nvPr/>
        </p:nvSpPr>
        <p:spPr>
          <a:xfrm>
            <a:off x="3068216" y="2689716"/>
            <a:ext cx="6048672" cy="646331"/>
          </a:xfrm>
          <a:prstGeom prst="rect">
            <a:avLst/>
          </a:prstGeom>
          <a:noFill/>
        </p:spPr>
        <p:txBody>
          <a:bodyPr wrap="square" rtlCol="0">
            <a:spAutoFit/>
          </a:bodyPr>
          <a:lstStyle/>
          <a:p>
            <a:pPr algn="ctr"/>
            <a:r>
              <a:rPr lang="pt-BR" sz="3600" b="1" dirty="0">
                <a:solidFill>
                  <a:srgbClr val="1B2874"/>
                </a:solidFill>
                <a:latin typeface="Arial" panose="020B0604020202020204" pitchFamily="34" charset="0"/>
                <a:cs typeface="Arial" panose="020B0604020202020204" pitchFamily="34" charset="0"/>
              </a:rPr>
              <a:t>Obrigado!</a:t>
            </a:r>
          </a:p>
        </p:txBody>
      </p:sp>
      <p:sp>
        <p:nvSpPr>
          <p:cNvPr id="6" name="CaixaDeTexto 5">
            <a:extLst>
              <a:ext uri="{FF2B5EF4-FFF2-40B4-BE49-F238E27FC236}">
                <a16:creationId xmlns:a16="http://schemas.microsoft.com/office/drawing/2014/main" id="{32CE4EA3-AC5C-B660-4B6B-15FB7107A51A}"/>
              </a:ext>
            </a:extLst>
          </p:cNvPr>
          <p:cNvSpPr txBox="1"/>
          <p:nvPr/>
        </p:nvSpPr>
        <p:spPr>
          <a:xfrm>
            <a:off x="3071664" y="4077072"/>
            <a:ext cx="6048672" cy="646331"/>
          </a:xfrm>
          <a:prstGeom prst="rect">
            <a:avLst/>
          </a:prstGeom>
          <a:noFill/>
        </p:spPr>
        <p:txBody>
          <a:bodyPr wrap="square" rtlCol="0">
            <a:spAutoFit/>
          </a:bodyPr>
          <a:lstStyle/>
          <a:p>
            <a:pPr algn="ctr"/>
            <a:r>
              <a:rPr lang="pt-BR" sz="3600" dirty="0" err="1">
                <a:solidFill>
                  <a:srgbClr val="1B2874"/>
                </a:solidFill>
                <a:latin typeface="Arial" panose="020B0604020202020204" pitchFamily="34" charset="0"/>
                <a:cs typeface="Arial" panose="020B0604020202020204" pitchFamily="34" charset="0"/>
              </a:rPr>
              <a:t>antonio.rezende@fiocruz.br</a:t>
            </a:r>
            <a:endParaRPr lang="pt-BR" sz="3600" dirty="0">
              <a:solidFill>
                <a:srgbClr val="1B2874"/>
              </a:solidFill>
              <a:latin typeface="Arial" panose="020B0604020202020204" pitchFamily="34" charset="0"/>
              <a:cs typeface="Arial" panose="020B0604020202020204" pitchFamily="34" charset="0"/>
            </a:endParaRPr>
          </a:p>
        </p:txBody>
      </p:sp>
      <p:pic>
        <p:nvPicPr>
          <p:cNvPr id="7" name="Gráfico 6">
            <a:extLst>
              <a:ext uri="{FF2B5EF4-FFF2-40B4-BE49-F238E27FC236}">
                <a16:creationId xmlns:a16="http://schemas.microsoft.com/office/drawing/2014/main" id="{6F6227C5-4A8A-ECC0-3BE5-0CDE4D30A85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784017" y="5949280"/>
            <a:ext cx="4623966" cy="579642"/>
          </a:xfrm>
          <a:prstGeom prst="rect">
            <a:avLst/>
          </a:prstGeom>
        </p:spPr>
      </p:pic>
    </p:spTree>
    <p:extLst>
      <p:ext uri="{BB962C8B-B14F-4D97-AF65-F5344CB8AC3E}">
        <p14:creationId xmlns:p14="http://schemas.microsoft.com/office/powerpoint/2010/main" val="3071784911"/>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3535</TotalTime>
  <Words>3297</Words>
  <Application>Microsoft Macintosh PowerPoint</Application>
  <PresentationFormat>Widescreen</PresentationFormat>
  <Paragraphs>462</Paragraphs>
  <Slides>61</Slides>
  <Notes>61</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Open Sans</vt:lpstr>
      <vt:lpstr>Tema do Office</vt:lpstr>
      <vt:lpstr>PowerPoint Presentation</vt:lpstr>
      <vt:lpstr>Disclaimers:</vt:lpstr>
      <vt:lpstr>Computadores</vt:lpstr>
      <vt:lpstr>Computadores</vt:lpstr>
      <vt:lpstr>Computadores</vt:lpstr>
      <vt:lpstr>Computadores</vt:lpstr>
      <vt:lpstr>Computadores</vt:lpstr>
      <vt:lpstr>Computadores</vt:lpstr>
      <vt:lpstr>Computadores</vt:lpstr>
      <vt:lpstr>Computadores</vt:lpstr>
      <vt:lpstr>Computadores</vt:lpstr>
      <vt:lpstr>Computadores</vt:lpstr>
      <vt:lpstr>Computadores</vt:lpstr>
      <vt:lpstr>Computadores</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Processador</vt:lpstr>
      <vt:lpstr>Computadores - Memória</vt:lpstr>
      <vt:lpstr>Computadores - Memória</vt:lpstr>
      <vt:lpstr>Computadores - Memória</vt:lpstr>
      <vt:lpstr>Computadores - Memória</vt:lpstr>
      <vt:lpstr>Computadores - Memória</vt:lpstr>
      <vt:lpstr>Computadores - Memória</vt:lpstr>
      <vt:lpstr>Computadores - Memória</vt:lpstr>
      <vt:lpstr>Computadores - Memória</vt:lpstr>
      <vt:lpstr>Computadores - Periféricos</vt:lpstr>
      <vt:lpstr>Computadores – Periféricos Entrada</vt:lpstr>
      <vt:lpstr>Computadores – Periféricos Saída</vt:lpstr>
      <vt:lpstr>Computadores – Periféricos E/S</vt:lpstr>
      <vt:lpstr>Computadores – Periféricos</vt:lpstr>
      <vt:lpstr>Computadores – Placa Mãe</vt:lpstr>
      <vt:lpstr>Computadores – Placa Mãe</vt:lpstr>
      <vt:lpstr>Computadores – GPU</vt:lpstr>
      <vt:lpstr>Computadores – GPU</vt:lpstr>
      <vt:lpstr>Computadores – Fonte</vt:lpstr>
      <vt:lpstr>Sistemas Operacionais - OS</vt:lpstr>
      <vt:lpstr>Sistemas Operacionais - OS</vt:lpstr>
      <vt:lpstr>Sistemas Operacionais - OS</vt:lpstr>
      <vt:lpstr>Sistemas Operacionais - OS</vt:lpstr>
      <vt:lpstr>Sistemas Operacionais - OS</vt:lpstr>
      <vt:lpstr>Sistemas Operacionais - OS</vt:lpstr>
      <vt:lpstr>Sistemas Operacionais - Linux</vt:lpstr>
      <vt:lpstr>Sistemas Operacionais - Linux</vt:lpstr>
      <vt:lpstr>Sistemas Operacionais - Linux</vt:lpstr>
      <vt:lpstr>Sistemas Operacionais - Linux</vt:lpstr>
      <vt:lpstr>Sistemas Operacionais - Linux</vt:lpstr>
      <vt:lpstr>Sistemas Operacionais - Linux</vt:lpstr>
      <vt:lpstr>Sistemas Operacionais - Linux</vt:lpstr>
      <vt:lpstr>Sistemas Operacionais – Sistema de Arquivos</vt:lpstr>
      <vt:lpstr>Sistemas Operacionais – Sistema de Arquivos</vt:lpstr>
      <vt:lpstr>Sistemas Operacionais – Sistema de Arquivos</vt:lpstr>
      <vt:lpstr>Sistemas Operacionais – Sistema de Arquivos</vt:lpstr>
      <vt:lpstr>Sistemas Operacionais – Sistema de Arquivos</vt:lpstr>
      <vt:lpstr>Sistemas Operacionais – Sistema de Arquivos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caldeira</dc:creator>
  <cp:lastModifiedBy>Antonio  Rezende</cp:lastModifiedBy>
  <cp:revision>48</cp:revision>
  <dcterms:created xsi:type="dcterms:W3CDTF">2018-07-11T18:54:13Z</dcterms:created>
  <dcterms:modified xsi:type="dcterms:W3CDTF">2026-08-28T18:29:19Z</dcterms:modified>
</cp:coreProperties>
</file>